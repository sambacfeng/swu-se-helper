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47"/>
  </p:notesMasterIdLst>
  <p:sldIdLst>
    <p:sldId id="494" r:id="rId2"/>
    <p:sldId id="541" r:id="rId3"/>
    <p:sldId id="591" r:id="rId4"/>
    <p:sldId id="668" r:id="rId5"/>
    <p:sldId id="592" r:id="rId6"/>
    <p:sldId id="624" r:id="rId7"/>
    <p:sldId id="666" r:id="rId8"/>
    <p:sldId id="677" r:id="rId9"/>
    <p:sldId id="595" r:id="rId10"/>
    <p:sldId id="669" r:id="rId11"/>
    <p:sldId id="594" r:id="rId12"/>
    <p:sldId id="625" r:id="rId13"/>
    <p:sldId id="670" r:id="rId14"/>
    <p:sldId id="593" r:id="rId15"/>
    <p:sldId id="626" r:id="rId16"/>
    <p:sldId id="671" r:id="rId17"/>
    <p:sldId id="628" r:id="rId18"/>
    <p:sldId id="665" r:id="rId19"/>
    <p:sldId id="597" r:id="rId20"/>
    <p:sldId id="629" r:id="rId21"/>
    <p:sldId id="630" r:id="rId22"/>
    <p:sldId id="632" r:id="rId23"/>
    <p:sldId id="672" r:id="rId24"/>
    <p:sldId id="598" r:id="rId25"/>
    <p:sldId id="633" r:id="rId26"/>
    <p:sldId id="634" r:id="rId27"/>
    <p:sldId id="673" r:id="rId28"/>
    <p:sldId id="596" r:id="rId29"/>
    <p:sldId id="664" r:id="rId30"/>
    <p:sldId id="599" r:id="rId31"/>
    <p:sldId id="635" r:id="rId32"/>
    <p:sldId id="654" r:id="rId33"/>
    <p:sldId id="658" r:id="rId34"/>
    <p:sldId id="600" r:id="rId35"/>
    <p:sldId id="636" r:id="rId36"/>
    <p:sldId id="659" r:id="rId37"/>
    <p:sldId id="661" r:id="rId38"/>
    <p:sldId id="601" r:id="rId39"/>
    <p:sldId id="662" r:id="rId40"/>
    <p:sldId id="602" r:id="rId41"/>
    <p:sldId id="637" r:id="rId42"/>
    <p:sldId id="638" r:id="rId43"/>
    <p:sldId id="663" r:id="rId44"/>
    <p:sldId id="540" r:id="rId45"/>
    <p:sldId id="534"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汉强 卢" initials="汉强" lastIdx="1" clrIdx="0">
    <p:extLst>
      <p:ext uri="{19B8F6BF-5375-455C-9EA6-DF929625EA0E}">
        <p15:presenceInfo xmlns:p15="http://schemas.microsoft.com/office/powerpoint/2012/main" userId="a1a77af07fa10c2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9708"/>
    <a:srgbClr val="064BB2"/>
    <a:srgbClr val="FFCB54"/>
    <a:srgbClr val="2B6EE1"/>
    <a:srgbClr val="FFBF2B"/>
    <a:srgbClr val="7624CC"/>
    <a:srgbClr val="CC8824"/>
    <a:srgbClr val="2165B6"/>
    <a:srgbClr val="C4C6C9"/>
    <a:srgbClr val="A5A7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31" autoAdjust="0"/>
    <p:restoredTop sz="87500" autoAdjust="0"/>
  </p:normalViewPr>
  <p:slideViewPr>
    <p:cSldViewPr snapToGrid="0">
      <p:cViewPr varScale="1">
        <p:scale>
          <a:sx n="100" d="100"/>
          <a:sy n="100" d="100"/>
        </p:scale>
        <p:origin x="840" y="90"/>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84"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longlin" userId="65e6c6b7-2d31-4c1d-9ef2-3b9132fd9160" providerId="ADAL" clId="{EF220088-C7F1-7C42-8383-0166D768532D}"/>
    <pc:docChg chg="custSel addSld delSld modSld sldOrd">
      <pc:chgData name="longlonglin" userId="65e6c6b7-2d31-4c1d-9ef2-3b9132fd9160" providerId="ADAL" clId="{EF220088-C7F1-7C42-8383-0166D768532D}" dt="2023-10-22T03:08:40.243" v="175" actId="20577"/>
      <pc:docMkLst>
        <pc:docMk/>
      </pc:docMkLst>
      <pc:sldChg chg="modSp add del mod ord">
        <pc:chgData name="longlonglin" userId="65e6c6b7-2d31-4c1d-9ef2-3b9132fd9160" providerId="ADAL" clId="{EF220088-C7F1-7C42-8383-0166D768532D}" dt="2023-10-22T03:08:40.243" v="175" actId="20577"/>
        <pc:sldMkLst>
          <pc:docMk/>
          <pc:sldMk cId="1507486283" sldId="494"/>
        </pc:sldMkLst>
        <pc:spChg chg="mod">
          <ac:chgData name="longlonglin" userId="65e6c6b7-2d31-4c1d-9ef2-3b9132fd9160" providerId="ADAL" clId="{EF220088-C7F1-7C42-8383-0166D768532D}" dt="2023-10-22T03:08:40.243" v="175" actId="20577"/>
          <ac:spMkLst>
            <pc:docMk/>
            <pc:sldMk cId="1507486283" sldId="494"/>
            <ac:spMk id="5" creationId="{2B75B0B3-9C45-43B9-B23D-D3FD629246B1}"/>
          </ac:spMkLst>
        </pc:spChg>
      </pc:sldChg>
      <pc:sldChg chg="del">
        <pc:chgData name="longlonglin" userId="65e6c6b7-2d31-4c1d-9ef2-3b9132fd9160" providerId="ADAL" clId="{EF220088-C7F1-7C42-8383-0166D768532D}" dt="2023-10-19T15:34:01.281" v="19" actId="2696"/>
        <pc:sldMkLst>
          <pc:docMk/>
          <pc:sldMk cId="3154629740" sldId="502"/>
        </pc:sldMkLst>
      </pc:sldChg>
      <pc:sldChg chg="del">
        <pc:chgData name="longlonglin" userId="65e6c6b7-2d31-4c1d-9ef2-3b9132fd9160" providerId="ADAL" clId="{EF220088-C7F1-7C42-8383-0166D768532D}" dt="2023-10-19T15:34:01.283" v="21" actId="2696"/>
        <pc:sldMkLst>
          <pc:docMk/>
          <pc:sldMk cId="1884917981" sldId="580"/>
        </pc:sldMkLst>
      </pc:sldChg>
      <pc:sldChg chg="del">
        <pc:chgData name="longlonglin" userId="65e6c6b7-2d31-4c1d-9ef2-3b9132fd9160" providerId="ADAL" clId="{EF220088-C7F1-7C42-8383-0166D768532D}" dt="2023-10-19T15:34:01.331" v="39" actId="2696"/>
        <pc:sldMkLst>
          <pc:docMk/>
          <pc:sldMk cId="2333261" sldId="582"/>
        </pc:sldMkLst>
      </pc:sldChg>
      <pc:sldChg chg="del">
        <pc:chgData name="longlonglin" userId="65e6c6b7-2d31-4c1d-9ef2-3b9132fd9160" providerId="ADAL" clId="{EF220088-C7F1-7C42-8383-0166D768532D}" dt="2023-10-19T15:34:01.289" v="25" actId="2696"/>
        <pc:sldMkLst>
          <pc:docMk/>
          <pc:sldMk cId="2352097203" sldId="584"/>
        </pc:sldMkLst>
      </pc:sldChg>
      <pc:sldChg chg="del">
        <pc:chgData name="longlonglin" userId="65e6c6b7-2d31-4c1d-9ef2-3b9132fd9160" providerId="ADAL" clId="{EF220088-C7F1-7C42-8383-0166D768532D}" dt="2023-10-19T15:34:01.286" v="23" actId="2696"/>
        <pc:sldMkLst>
          <pc:docMk/>
          <pc:sldMk cId="2746087797" sldId="585"/>
        </pc:sldMkLst>
      </pc:sldChg>
      <pc:sldChg chg="del">
        <pc:chgData name="longlonglin" userId="65e6c6b7-2d31-4c1d-9ef2-3b9132fd9160" providerId="ADAL" clId="{EF220088-C7F1-7C42-8383-0166D768532D}" dt="2023-10-19T15:34:01.319" v="34" actId="2696"/>
        <pc:sldMkLst>
          <pc:docMk/>
          <pc:sldMk cId="1985402195" sldId="586"/>
        </pc:sldMkLst>
      </pc:sldChg>
      <pc:sldChg chg="del">
        <pc:chgData name="longlonglin" userId="65e6c6b7-2d31-4c1d-9ef2-3b9132fd9160" providerId="ADAL" clId="{EF220088-C7F1-7C42-8383-0166D768532D}" dt="2023-10-19T15:34:01.272" v="13" actId="2696"/>
        <pc:sldMkLst>
          <pc:docMk/>
          <pc:sldMk cId="2657546322" sldId="587"/>
        </pc:sldMkLst>
      </pc:sldChg>
      <pc:sldChg chg="del">
        <pc:chgData name="longlonglin" userId="65e6c6b7-2d31-4c1d-9ef2-3b9132fd9160" providerId="ADAL" clId="{EF220088-C7F1-7C42-8383-0166D768532D}" dt="2023-10-19T15:34:01.263" v="6" actId="2696"/>
        <pc:sldMkLst>
          <pc:docMk/>
          <pc:sldMk cId="3492846889" sldId="588"/>
        </pc:sldMkLst>
      </pc:sldChg>
      <pc:sldChg chg="del">
        <pc:chgData name="longlonglin" userId="65e6c6b7-2d31-4c1d-9ef2-3b9132fd9160" providerId="ADAL" clId="{EF220088-C7F1-7C42-8383-0166D768532D}" dt="2023-10-19T15:34:01.340" v="41" actId="2696"/>
        <pc:sldMkLst>
          <pc:docMk/>
          <pc:sldMk cId="1467341725" sldId="589"/>
        </pc:sldMkLst>
      </pc:sldChg>
      <pc:sldChg chg="del">
        <pc:chgData name="longlonglin" userId="65e6c6b7-2d31-4c1d-9ef2-3b9132fd9160" providerId="ADAL" clId="{EF220088-C7F1-7C42-8383-0166D768532D}" dt="2023-10-19T15:34:01.273" v="14" actId="2696"/>
        <pc:sldMkLst>
          <pc:docMk/>
          <pc:sldMk cId="2898432822" sldId="616"/>
        </pc:sldMkLst>
      </pc:sldChg>
      <pc:sldChg chg="del">
        <pc:chgData name="longlonglin" userId="65e6c6b7-2d31-4c1d-9ef2-3b9132fd9160" providerId="ADAL" clId="{EF220088-C7F1-7C42-8383-0166D768532D}" dt="2023-10-19T15:34:01.261" v="5" actId="2696"/>
        <pc:sldMkLst>
          <pc:docMk/>
          <pc:sldMk cId="2206483193" sldId="617"/>
        </pc:sldMkLst>
      </pc:sldChg>
      <pc:sldChg chg="del">
        <pc:chgData name="longlonglin" userId="65e6c6b7-2d31-4c1d-9ef2-3b9132fd9160" providerId="ADAL" clId="{EF220088-C7F1-7C42-8383-0166D768532D}" dt="2023-10-19T15:34:01.278" v="17" actId="2696"/>
        <pc:sldMkLst>
          <pc:docMk/>
          <pc:sldMk cId="987656152" sldId="618"/>
        </pc:sldMkLst>
      </pc:sldChg>
      <pc:sldChg chg="del">
        <pc:chgData name="longlonglin" userId="65e6c6b7-2d31-4c1d-9ef2-3b9132fd9160" providerId="ADAL" clId="{EF220088-C7F1-7C42-8383-0166D768532D}" dt="2023-10-19T15:34:01.258" v="3" actId="2696"/>
        <pc:sldMkLst>
          <pc:docMk/>
          <pc:sldMk cId="3731512053" sldId="619"/>
        </pc:sldMkLst>
      </pc:sldChg>
      <pc:sldChg chg="del">
        <pc:chgData name="longlonglin" userId="65e6c6b7-2d31-4c1d-9ef2-3b9132fd9160" providerId="ADAL" clId="{EF220088-C7F1-7C42-8383-0166D768532D}" dt="2023-10-19T15:34:01.325" v="38" actId="2696"/>
        <pc:sldMkLst>
          <pc:docMk/>
          <pc:sldMk cId="335133936" sldId="620"/>
        </pc:sldMkLst>
      </pc:sldChg>
      <pc:sldChg chg="del">
        <pc:chgData name="longlonglin" userId="65e6c6b7-2d31-4c1d-9ef2-3b9132fd9160" providerId="ADAL" clId="{EF220088-C7F1-7C42-8383-0166D768532D}" dt="2023-10-19T15:34:01.317" v="32" actId="2696"/>
        <pc:sldMkLst>
          <pc:docMk/>
          <pc:sldMk cId="983229041" sldId="621"/>
        </pc:sldMkLst>
      </pc:sldChg>
      <pc:sldChg chg="del">
        <pc:chgData name="longlonglin" userId="65e6c6b7-2d31-4c1d-9ef2-3b9132fd9160" providerId="ADAL" clId="{EF220088-C7F1-7C42-8383-0166D768532D}" dt="2023-10-19T15:34:01.323" v="37" actId="2696"/>
        <pc:sldMkLst>
          <pc:docMk/>
          <pc:sldMk cId="486746329" sldId="622"/>
        </pc:sldMkLst>
      </pc:sldChg>
      <pc:sldChg chg="del">
        <pc:chgData name="longlonglin" userId="65e6c6b7-2d31-4c1d-9ef2-3b9132fd9160" providerId="ADAL" clId="{EF220088-C7F1-7C42-8383-0166D768532D}" dt="2023-10-19T15:34:01.288" v="24" actId="2696"/>
        <pc:sldMkLst>
          <pc:docMk/>
          <pc:sldMk cId="3394747992" sldId="623"/>
        </pc:sldMkLst>
      </pc:sldChg>
      <pc:sldChg chg="addSp delSp modSp mod">
        <pc:chgData name="longlonglin" userId="65e6c6b7-2d31-4c1d-9ef2-3b9132fd9160" providerId="ADAL" clId="{EF220088-C7F1-7C42-8383-0166D768532D}" dt="2023-10-19T15:45:28.587" v="103" actId="21"/>
        <pc:sldMkLst>
          <pc:docMk/>
          <pc:sldMk cId="2690712366" sldId="633"/>
        </pc:sldMkLst>
        <pc:spChg chg="add del mod">
          <ac:chgData name="longlonglin" userId="65e6c6b7-2d31-4c1d-9ef2-3b9132fd9160" providerId="ADAL" clId="{EF220088-C7F1-7C42-8383-0166D768532D}" dt="2023-10-19T15:45:28.587" v="103" actId="21"/>
          <ac:spMkLst>
            <pc:docMk/>
            <pc:sldMk cId="2690712366" sldId="633"/>
            <ac:spMk id="6" creationId="{BE9F0441-76EC-5601-DF33-F77A2C216D43}"/>
          </ac:spMkLst>
        </pc:spChg>
      </pc:sldChg>
      <pc:sldChg chg="addSp delSp modSp mod">
        <pc:chgData name="longlonglin" userId="65e6c6b7-2d31-4c1d-9ef2-3b9132fd9160" providerId="ADAL" clId="{EF220088-C7F1-7C42-8383-0166D768532D}" dt="2023-10-19T15:58:39.328" v="153" actId="478"/>
        <pc:sldMkLst>
          <pc:docMk/>
          <pc:sldMk cId="1401934490" sldId="634"/>
        </pc:sldMkLst>
        <pc:spChg chg="add del mod">
          <ac:chgData name="longlonglin" userId="65e6c6b7-2d31-4c1d-9ef2-3b9132fd9160" providerId="ADAL" clId="{EF220088-C7F1-7C42-8383-0166D768532D}" dt="2023-10-19T15:58:39.328" v="153" actId="478"/>
          <ac:spMkLst>
            <pc:docMk/>
            <pc:sldMk cId="1401934490" sldId="634"/>
            <ac:spMk id="4" creationId="{7182B14F-FC2C-E0E9-23C6-FCDF56265300}"/>
          </ac:spMkLst>
        </pc:spChg>
        <pc:graphicFrameChg chg="mod">
          <ac:chgData name="longlonglin" userId="65e6c6b7-2d31-4c1d-9ef2-3b9132fd9160" providerId="ADAL" clId="{EF220088-C7F1-7C42-8383-0166D768532D}" dt="2023-10-19T15:45:33.044" v="104" actId="1076"/>
          <ac:graphicFrameMkLst>
            <pc:docMk/>
            <pc:sldMk cId="1401934490" sldId="634"/>
            <ac:graphicFrameMk id="5" creationId="{68617E54-B6FD-41BD-B447-8157F8270091}"/>
          </ac:graphicFrameMkLst>
        </pc:graphicFrameChg>
      </pc:sldChg>
      <pc:sldChg chg="del">
        <pc:chgData name="longlonglin" userId="65e6c6b7-2d31-4c1d-9ef2-3b9132fd9160" providerId="ADAL" clId="{EF220088-C7F1-7C42-8383-0166D768532D}" dt="2023-10-19T15:34:01.313" v="30" actId="2696"/>
        <pc:sldMkLst>
          <pc:docMk/>
          <pc:sldMk cId="1625784987" sldId="652"/>
        </pc:sldMkLst>
      </pc:sldChg>
      <pc:sldChg chg="del">
        <pc:chgData name="longlonglin" userId="65e6c6b7-2d31-4c1d-9ef2-3b9132fd9160" providerId="ADAL" clId="{EF220088-C7F1-7C42-8383-0166D768532D}" dt="2023-10-19T15:34:01.275" v="15" actId="2696"/>
        <pc:sldMkLst>
          <pc:docMk/>
          <pc:sldMk cId="3799733285" sldId="653"/>
        </pc:sldMkLst>
      </pc:sldChg>
      <pc:sldChg chg="addSp delSp modSp add mod delAnim modAnim">
        <pc:chgData name="longlonglin" userId="65e6c6b7-2d31-4c1d-9ef2-3b9132fd9160" providerId="ADAL" clId="{EF220088-C7F1-7C42-8383-0166D768532D}" dt="2023-10-19T15:38:58.161" v="48" actId="22"/>
        <pc:sldMkLst>
          <pc:docMk/>
          <pc:sldMk cId="1537841679" sldId="658"/>
        </pc:sldMkLst>
        <pc:spChg chg="del">
          <ac:chgData name="longlonglin" userId="65e6c6b7-2d31-4c1d-9ef2-3b9132fd9160" providerId="ADAL" clId="{EF220088-C7F1-7C42-8383-0166D768532D}" dt="2023-10-19T15:38:37.407" v="43" actId="478"/>
          <ac:spMkLst>
            <pc:docMk/>
            <pc:sldMk cId="1537841679" sldId="658"/>
            <ac:spMk id="2" creationId="{5FE74D8C-07E5-48A9-8556-3DF9CF7EE52A}"/>
          </ac:spMkLst>
        </pc:spChg>
        <pc:spChg chg="add del mod">
          <ac:chgData name="longlonglin" userId="65e6c6b7-2d31-4c1d-9ef2-3b9132fd9160" providerId="ADAL" clId="{EF220088-C7F1-7C42-8383-0166D768532D}" dt="2023-10-19T15:38:40.535" v="44" actId="478"/>
          <ac:spMkLst>
            <pc:docMk/>
            <pc:sldMk cId="1537841679" sldId="658"/>
            <ac:spMk id="4" creationId="{C696E2FC-ACE0-A45D-6E20-2704B6551D0F}"/>
          </ac:spMkLst>
        </pc:spChg>
        <pc:spChg chg="add">
          <ac:chgData name="longlonglin" userId="65e6c6b7-2d31-4c1d-9ef2-3b9132fd9160" providerId="ADAL" clId="{EF220088-C7F1-7C42-8383-0166D768532D}" dt="2023-10-19T15:38:58.161" v="48" actId="22"/>
          <ac:spMkLst>
            <pc:docMk/>
            <pc:sldMk cId="1537841679" sldId="658"/>
            <ac:spMk id="7" creationId="{C027C753-2226-32FB-DBC5-19C4977C2BEB}"/>
          </ac:spMkLst>
        </pc:spChg>
        <pc:graphicFrameChg chg="del modGraphic">
          <ac:chgData name="longlonglin" userId="65e6c6b7-2d31-4c1d-9ef2-3b9132fd9160" providerId="ADAL" clId="{EF220088-C7F1-7C42-8383-0166D768532D}" dt="2023-10-19T15:38:46.117" v="47" actId="478"/>
          <ac:graphicFrameMkLst>
            <pc:docMk/>
            <pc:sldMk cId="1537841679" sldId="658"/>
            <ac:graphicFrameMk id="5" creationId="{6CEEB29F-053E-45A6-AC2B-3322BD9BF2F5}"/>
          </ac:graphicFrameMkLst>
        </pc:graphicFrameChg>
      </pc:sldChg>
      <pc:sldChg chg="addSp delSp modSp add mod delAnim modAnim">
        <pc:chgData name="longlonglin" userId="65e6c6b7-2d31-4c1d-9ef2-3b9132fd9160" providerId="ADAL" clId="{EF220088-C7F1-7C42-8383-0166D768532D}" dt="2023-10-19T15:41:21.676" v="72" actId="20577"/>
        <pc:sldMkLst>
          <pc:docMk/>
          <pc:sldMk cId="2544181010" sldId="659"/>
        </pc:sldMkLst>
        <pc:spChg chg="del">
          <ac:chgData name="longlonglin" userId="65e6c6b7-2d31-4c1d-9ef2-3b9132fd9160" providerId="ADAL" clId="{EF220088-C7F1-7C42-8383-0166D768532D}" dt="2023-10-19T15:40:12.188" v="50" actId="478"/>
          <ac:spMkLst>
            <pc:docMk/>
            <pc:sldMk cId="2544181010" sldId="659"/>
            <ac:spMk id="2" creationId="{5FE74D8C-07E5-48A9-8556-3DF9CF7EE52A}"/>
          </ac:spMkLst>
        </pc:spChg>
        <pc:spChg chg="add del mod">
          <ac:chgData name="longlonglin" userId="65e6c6b7-2d31-4c1d-9ef2-3b9132fd9160" providerId="ADAL" clId="{EF220088-C7F1-7C42-8383-0166D768532D}" dt="2023-10-19T15:40:14.500" v="51" actId="478"/>
          <ac:spMkLst>
            <pc:docMk/>
            <pc:sldMk cId="2544181010" sldId="659"/>
            <ac:spMk id="4" creationId="{16AAC29E-8E86-24F5-C32A-070E69CA9257}"/>
          </ac:spMkLst>
        </pc:spChg>
        <pc:spChg chg="add mod">
          <ac:chgData name="longlonglin" userId="65e6c6b7-2d31-4c1d-9ef2-3b9132fd9160" providerId="ADAL" clId="{EF220088-C7F1-7C42-8383-0166D768532D}" dt="2023-10-19T15:41:21.676" v="72" actId="20577"/>
          <ac:spMkLst>
            <pc:docMk/>
            <pc:sldMk cId="2544181010" sldId="659"/>
            <ac:spMk id="7" creationId="{7CDBB383-F3AC-1562-9DCD-63F3B572F94D}"/>
          </ac:spMkLst>
        </pc:spChg>
        <pc:graphicFrameChg chg="del">
          <ac:chgData name="longlonglin" userId="65e6c6b7-2d31-4c1d-9ef2-3b9132fd9160" providerId="ADAL" clId="{EF220088-C7F1-7C42-8383-0166D768532D}" dt="2023-10-19T15:40:18.996" v="52" actId="478"/>
          <ac:graphicFrameMkLst>
            <pc:docMk/>
            <pc:sldMk cId="2544181010" sldId="659"/>
            <ac:graphicFrameMk id="5" creationId="{22D0A3C0-50D0-482F-9B44-56A983B8FDD7}"/>
          </ac:graphicFrameMkLst>
        </pc:graphicFrameChg>
      </pc:sldChg>
      <pc:sldChg chg="del">
        <pc:chgData name="longlonglin" userId="65e6c6b7-2d31-4c1d-9ef2-3b9132fd9160" providerId="ADAL" clId="{EF220088-C7F1-7C42-8383-0166D768532D}" dt="2023-10-19T15:34:01.300" v="27" actId="2696"/>
        <pc:sldMkLst>
          <pc:docMk/>
          <pc:sldMk cId="3203724553" sldId="659"/>
        </pc:sldMkLst>
      </pc:sldChg>
      <pc:sldChg chg="del">
        <pc:chgData name="longlonglin" userId="65e6c6b7-2d31-4c1d-9ef2-3b9132fd9160" providerId="ADAL" clId="{EF220088-C7F1-7C42-8383-0166D768532D}" dt="2023-10-19T15:34:01.290" v="26" actId="2696"/>
        <pc:sldMkLst>
          <pc:docMk/>
          <pc:sldMk cId="95344767" sldId="660"/>
        </pc:sldMkLst>
      </pc:sldChg>
      <pc:sldChg chg="modSp add mod">
        <pc:chgData name="longlonglin" userId="65e6c6b7-2d31-4c1d-9ef2-3b9132fd9160" providerId="ADAL" clId="{EF220088-C7F1-7C42-8383-0166D768532D}" dt="2023-10-19T15:41:38.847" v="80" actId="1076"/>
        <pc:sldMkLst>
          <pc:docMk/>
          <pc:sldMk cId="105269245" sldId="660"/>
        </pc:sldMkLst>
        <pc:spChg chg="mod">
          <ac:chgData name="longlonglin" userId="65e6c6b7-2d31-4c1d-9ef2-3b9132fd9160" providerId="ADAL" clId="{EF220088-C7F1-7C42-8383-0166D768532D}" dt="2023-10-19T15:41:38.847" v="80" actId="1076"/>
          <ac:spMkLst>
            <pc:docMk/>
            <pc:sldMk cId="105269245" sldId="660"/>
            <ac:spMk id="7" creationId="{7CDBB383-F3AC-1562-9DCD-63F3B572F94D}"/>
          </ac:spMkLst>
        </pc:spChg>
      </pc:sldChg>
      <pc:sldChg chg="del">
        <pc:chgData name="longlonglin" userId="65e6c6b7-2d31-4c1d-9ef2-3b9132fd9160" providerId="ADAL" clId="{EF220088-C7F1-7C42-8383-0166D768532D}" dt="2023-10-19T15:34:01.284" v="22" actId="2696"/>
        <pc:sldMkLst>
          <pc:docMk/>
          <pc:sldMk cId="212507974" sldId="661"/>
        </pc:sldMkLst>
      </pc:sldChg>
      <pc:sldChg chg="addSp delSp modSp add mod">
        <pc:chgData name="longlonglin" userId="65e6c6b7-2d31-4c1d-9ef2-3b9132fd9160" providerId="ADAL" clId="{EF220088-C7F1-7C42-8383-0166D768532D}" dt="2023-10-19T15:42:06.744" v="85"/>
        <pc:sldMkLst>
          <pc:docMk/>
          <pc:sldMk cId="1296038529" sldId="661"/>
        </pc:sldMkLst>
        <pc:spChg chg="add mod">
          <ac:chgData name="longlonglin" userId="65e6c6b7-2d31-4c1d-9ef2-3b9132fd9160" providerId="ADAL" clId="{EF220088-C7F1-7C42-8383-0166D768532D}" dt="2023-10-19T15:42:04.030" v="83" actId="1076"/>
          <ac:spMkLst>
            <pc:docMk/>
            <pc:sldMk cId="1296038529" sldId="661"/>
            <ac:spMk id="4" creationId="{E89D95F7-674B-339B-B496-8B6875FB585F}"/>
          </ac:spMkLst>
        </pc:spChg>
        <pc:spChg chg="del mod">
          <ac:chgData name="longlonglin" userId="65e6c6b7-2d31-4c1d-9ef2-3b9132fd9160" providerId="ADAL" clId="{EF220088-C7F1-7C42-8383-0166D768532D}" dt="2023-10-19T15:42:06.744" v="85"/>
          <ac:spMkLst>
            <pc:docMk/>
            <pc:sldMk cId="1296038529" sldId="661"/>
            <ac:spMk id="7" creationId="{7CDBB383-F3AC-1562-9DCD-63F3B572F94D}"/>
          </ac:spMkLst>
        </pc:spChg>
      </pc:sldChg>
      <pc:sldChg chg="del">
        <pc:chgData name="longlonglin" userId="65e6c6b7-2d31-4c1d-9ef2-3b9132fd9160" providerId="ADAL" clId="{EF220088-C7F1-7C42-8383-0166D768532D}" dt="2023-10-19T15:34:01.276" v="16" actId="2696"/>
        <pc:sldMkLst>
          <pc:docMk/>
          <pc:sldMk cId="674095088" sldId="662"/>
        </pc:sldMkLst>
      </pc:sldChg>
      <pc:sldChg chg="addSp delSp modSp add mod modAnim">
        <pc:chgData name="longlonglin" userId="65e6c6b7-2d31-4c1d-9ef2-3b9132fd9160" providerId="ADAL" clId="{EF220088-C7F1-7C42-8383-0166D768532D}" dt="2023-10-19T15:42:32.500" v="90" actId="22"/>
        <pc:sldMkLst>
          <pc:docMk/>
          <pc:sldMk cId="1450469237" sldId="662"/>
        </pc:sldMkLst>
        <pc:spChg chg="del">
          <ac:chgData name="longlonglin" userId="65e6c6b7-2d31-4c1d-9ef2-3b9132fd9160" providerId="ADAL" clId="{EF220088-C7F1-7C42-8383-0166D768532D}" dt="2023-10-19T15:42:13.451" v="87" actId="478"/>
          <ac:spMkLst>
            <pc:docMk/>
            <pc:sldMk cId="1450469237" sldId="662"/>
            <ac:spMk id="2" creationId="{5FE74D8C-07E5-48A9-8556-3DF9CF7EE52A}"/>
          </ac:spMkLst>
        </pc:spChg>
        <pc:spChg chg="del">
          <ac:chgData name="longlonglin" userId="65e6c6b7-2d31-4c1d-9ef2-3b9132fd9160" providerId="ADAL" clId="{EF220088-C7F1-7C42-8383-0166D768532D}" dt="2023-10-19T15:42:17.936" v="89" actId="478"/>
          <ac:spMkLst>
            <pc:docMk/>
            <pc:sldMk cId="1450469237" sldId="662"/>
            <ac:spMk id="4" creationId="{7BBE2DC6-1D80-4780-AC2A-1619C12E20A4}"/>
          </ac:spMkLst>
        </pc:spChg>
        <pc:spChg chg="add del mod">
          <ac:chgData name="longlonglin" userId="65e6c6b7-2d31-4c1d-9ef2-3b9132fd9160" providerId="ADAL" clId="{EF220088-C7F1-7C42-8383-0166D768532D}" dt="2023-10-19T15:42:15.846" v="88" actId="478"/>
          <ac:spMkLst>
            <pc:docMk/>
            <pc:sldMk cId="1450469237" sldId="662"/>
            <ac:spMk id="5" creationId="{017E38A1-8470-7505-2DB0-065AC5297F22}"/>
          </ac:spMkLst>
        </pc:spChg>
        <pc:spChg chg="add">
          <ac:chgData name="longlonglin" userId="65e6c6b7-2d31-4c1d-9ef2-3b9132fd9160" providerId="ADAL" clId="{EF220088-C7F1-7C42-8383-0166D768532D}" dt="2023-10-19T15:42:32.500" v="90" actId="22"/>
          <ac:spMkLst>
            <pc:docMk/>
            <pc:sldMk cId="1450469237" sldId="662"/>
            <ac:spMk id="7" creationId="{CDA7E16B-DE8A-88C1-4795-CE8AC5C267E3}"/>
          </ac:spMkLst>
        </pc:spChg>
      </pc:sldChg>
      <pc:sldChg chg="del">
        <pc:chgData name="longlonglin" userId="65e6c6b7-2d31-4c1d-9ef2-3b9132fd9160" providerId="ADAL" clId="{EF220088-C7F1-7C42-8383-0166D768532D}" dt="2023-10-19T15:34:01.264" v="7" actId="2696"/>
        <pc:sldMkLst>
          <pc:docMk/>
          <pc:sldMk cId="118226158" sldId="663"/>
        </pc:sldMkLst>
      </pc:sldChg>
      <pc:sldChg chg="addSp delSp modSp add mod delAnim modAnim">
        <pc:chgData name="longlonglin" userId="65e6c6b7-2d31-4c1d-9ef2-3b9132fd9160" providerId="ADAL" clId="{EF220088-C7F1-7C42-8383-0166D768532D}" dt="2023-10-19T15:43:09.745" v="96" actId="22"/>
        <pc:sldMkLst>
          <pc:docMk/>
          <pc:sldMk cId="1814417525" sldId="663"/>
        </pc:sldMkLst>
        <pc:spChg chg="del">
          <ac:chgData name="longlonglin" userId="65e6c6b7-2d31-4c1d-9ef2-3b9132fd9160" providerId="ADAL" clId="{EF220088-C7F1-7C42-8383-0166D768532D}" dt="2023-10-19T15:42:49.584" v="92" actId="478"/>
          <ac:spMkLst>
            <pc:docMk/>
            <pc:sldMk cId="1814417525" sldId="663"/>
            <ac:spMk id="2" creationId="{5FE74D8C-07E5-48A9-8556-3DF9CF7EE52A}"/>
          </ac:spMkLst>
        </pc:spChg>
        <pc:spChg chg="add del mod">
          <ac:chgData name="longlonglin" userId="65e6c6b7-2d31-4c1d-9ef2-3b9132fd9160" providerId="ADAL" clId="{EF220088-C7F1-7C42-8383-0166D768532D}" dt="2023-10-19T15:42:59.426" v="94" actId="478"/>
          <ac:spMkLst>
            <pc:docMk/>
            <pc:sldMk cId="1814417525" sldId="663"/>
            <ac:spMk id="4" creationId="{016E09EA-E4FC-1815-56AD-B05BCBECE83F}"/>
          </ac:spMkLst>
        </pc:spChg>
        <pc:spChg chg="add">
          <ac:chgData name="longlonglin" userId="65e6c6b7-2d31-4c1d-9ef2-3b9132fd9160" providerId="ADAL" clId="{EF220088-C7F1-7C42-8383-0166D768532D}" dt="2023-10-19T15:43:09.745" v="96" actId="22"/>
          <ac:spMkLst>
            <pc:docMk/>
            <pc:sldMk cId="1814417525" sldId="663"/>
            <ac:spMk id="7" creationId="{0FF9B86E-A827-9E57-0299-54AF51790077}"/>
          </ac:spMkLst>
        </pc:spChg>
        <pc:graphicFrameChg chg="del">
          <ac:chgData name="longlonglin" userId="65e6c6b7-2d31-4c1d-9ef2-3b9132fd9160" providerId="ADAL" clId="{EF220088-C7F1-7C42-8383-0166D768532D}" dt="2023-10-19T15:43:00.791" v="95" actId="478"/>
          <ac:graphicFrameMkLst>
            <pc:docMk/>
            <pc:sldMk cId="1814417525" sldId="663"/>
            <ac:graphicFrameMk id="5" creationId="{2BAAEADB-6882-482E-BEBE-202082D16335}"/>
          </ac:graphicFrameMkLst>
        </pc:graphicFrameChg>
      </pc:sldChg>
      <pc:sldChg chg="del">
        <pc:chgData name="longlonglin" userId="65e6c6b7-2d31-4c1d-9ef2-3b9132fd9160" providerId="ADAL" clId="{EF220088-C7F1-7C42-8383-0166D768532D}" dt="2023-10-19T15:34:01.267" v="10" actId="2696"/>
        <pc:sldMkLst>
          <pc:docMk/>
          <pc:sldMk cId="1546576484" sldId="664"/>
        </pc:sldMkLst>
      </pc:sldChg>
      <pc:sldChg chg="addSp delSp modSp add mod modAnim">
        <pc:chgData name="longlonglin" userId="65e6c6b7-2d31-4c1d-9ef2-3b9132fd9160" providerId="ADAL" clId="{EF220088-C7F1-7C42-8383-0166D768532D}" dt="2023-10-19T15:44:26.699" v="100" actId="22"/>
        <pc:sldMkLst>
          <pc:docMk/>
          <pc:sldMk cId="3021586928" sldId="664"/>
        </pc:sldMkLst>
        <pc:spChg chg="del">
          <ac:chgData name="longlonglin" userId="65e6c6b7-2d31-4c1d-9ef2-3b9132fd9160" providerId="ADAL" clId="{EF220088-C7F1-7C42-8383-0166D768532D}" dt="2023-10-19T15:43:55.797" v="98" actId="478"/>
          <ac:spMkLst>
            <pc:docMk/>
            <pc:sldMk cId="3021586928" sldId="664"/>
            <ac:spMk id="2" creationId="{5FE74D8C-07E5-48A9-8556-3DF9CF7EE52A}"/>
          </ac:spMkLst>
        </pc:spChg>
        <pc:spChg chg="add del mod">
          <ac:chgData name="longlonglin" userId="65e6c6b7-2d31-4c1d-9ef2-3b9132fd9160" providerId="ADAL" clId="{EF220088-C7F1-7C42-8383-0166D768532D}" dt="2023-10-19T15:43:58.916" v="99" actId="478"/>
          <ac:spMkLst>
            <pc:docMk/>
            <pc:sldMk cId="3021586928" sldId="664"/>
            <ac:spMk id="4" creationId="{91B32B0D-BDFA-2A83-9A9D-3CA340966214}"/>
          </ac:spMkLst>
        </pc:spChg>
        <pc:spChg chg="add">
          <ac:chgData name="longlonglin" userId="65e6c6b7-2d31-4c1d-9ef2-3b9132fd9160" providerId="ADAL" clId="{EF220088-C7F1-7C42-8383-0166D768532D}" dt="2023-10-19T15:44:26.699" v="100" actId="22"/>
          <ac:spMkLst>
            <pc:docMk/>
            <pc:sldMk cId="3021586928" sldId="664"/>
            <ac:spMk id="6" creationId="{44B2A1E0-D353-5BAD-3BDB-6B1E64B9375D}"/>
          </ac:spMkLst>
        </pc:spChg>
      </pc:sldChg>
      <pc:sldChg chg="del">
        <pc:chgData name="longlonglin" userId="65e6c6b7-2d31-4c1d-9ef2-3b9132fd9160" providerId="ADAL" clId="{EF220088-C7F1-7C42-8383-0166D768532D}" dt="2023-10-19T15:34:01.282" v="20" actId="2696"/>
        <pc:sldMkLst>
          <pc:docMk/>
          <pc:sldMk cId="1582721054" sldId="665"/>
        </pc:sldMkLst>
      </pc:sldChg>
      <pc:sldChg chg="addSp delSp modSp add mod modAnim">
        <pc:chgData name="longlonglin" userId="65e6c6b7-2d31-4c1d-9ef2-3b9132fd9160" providerId="ADAL" clId="{EF220088-C7F1-7C42-8383-0166D768532D}" dt="2023-10-19T15:56:28.099" v="145" actId="22"/>
        <pc:sldMkLst>
          <pc:docMk/>
          <pc:sldMk cId="2075080142" sldId="665"/>
        </pc:sldMkLst>
        <pc:spChg chg="del">
          <ac:chgData name="longlonglin" userId="65e6c6b7-2d31-4c1d-9ef2-3b9132fd9160" providerId="ADAL" clId="{EF220088-C7F1-7C42-8383-0166D768532D}" dt="2023-10-19T15:47:24.794" v="107" actId="478"/>
          <ac:spMkLst>
            <pc:docMk/>
            <pc:sldMk cId="2075080142" sldId="665"/>
            <ac:spMk id="2" creationId="{5FE74D8C-07E5-48A9-8556-3DF9CF7EE52A}"/>
          </ac:spMkLst>
        </pc:spChg>
        <pc:spChg chg="add del mod">
          <ac:chgData name="longlonglin" userId="65e6c6b7-2d31-4c1d-9ef2-3b9132fd9160" providerId="ADAL" clId="{EF220088-C7F1-7C42-8383-0166D768532D}" dt="2023-10-19T15:47:26.370" v="108" actId="478"/>
          <ac:spMkLst>
            <pc:docMk/>
            <pc:sldMk cId="2075080142" sldId="665"/>
            <ac:spMk id="4" creationId="{2B0B2344-76FF-3359-0487-6AC33C32C6F1}"/>
          </ac:spMkLst>
        </pc:spChg>
        <pc:spChg chg="add">
          <ac:chgData name="longlonglin" userId="65e6c6b7-2d31-4c1d-9ef2-3b9132fd9160" providerId="ADAL" clId="{EF220088-C7F1-7C42-8383-0166D768532D}" dt="2023-10-19T15:56:28.099" v="145" actId="22"/>
          <ac:spMkLst>
            <pc:docMk/>
            <pc:sldMk cId="2075080142" sldId="665"/>
            <ac:spMk id="6" creationId="{CC9B75CC-C65F-89DC-1273-7CB0F4784594}"/>
          </ac:spMkLst>
        </pc:spChg>
      </pc:sldChg>
      <pc:sldChg chg="del">
        <pc:chgData name="longlonglin" userId="65e6c6b7-2d31-4c1d-9ef2-3b9132fd9160" providerId="ADAL" clId="{EF220088-C7F1-7C42-8383-0166D768532D}" dt="2023-10-19T15:34:01.266" v="9" actId="2696"/>
        <pc:sldMkLst>
          <pc:docMk/>
          <pc:sldMk cId="212067340" sldId="666"/>
        </pc:sldMkLst>
      </pc:sldChg>
      <pc:sldChg chg="addSp delSp modSp add mod delAnim modAnim">
        <pc:chgData name="longlonglin" userId="65e6c6b7-2d31-4c1d-9ef2-3b9132fd9160" providerId="ADAL" clId="{EF220088-C7F1-7C42-8383-0166D768532D}" dt="2023-10-19T15:53:33.620" v="128" actId="1076"/>
        <pc:sldMkLst>
          <pc:docMk/>
          <pc:sldMk cId="591762674" sldId="666"/>
        </pc:sldMkLst>
        <pc:spChg chg="del">
          <ac:chgData name="longlonglin" userId="65e6c6b7-2d31-4c1d-9ef2-3b9132fd9160" providerId="ADAL" clId="{EF220088-C7F1-7C42-8383-0166D768532D}" dt="2023-10-19T15:49:06.808" v="111" actId="478"/>
          <ac:spMkLst>
            <pc:docMk/>
            <pc:sldMk cId="591762674" sldId="666"/>
            <ac:spMk id="2" creationId="{5FE74D8C-07E5-48A9-8556-3DF9CF7EE52A}"/>
          </ac:spMkLst>
        </pc:spChg>
        <pc:spChg chg="del">
          <ac:chgData name="longlonglin" userId="65e6c6b7-2d31-4c1d-9ef2-3b9132fd9160" providerId="ADAL" clId="{EF220088-C7F1-7C42-8383-0166D768532D}" dt="2023-10-19T15:49:13.303" v="113" actId="478"/>
          <ac:spMkLst>
            <pc:docMk/>
            <pc:sldMk cId="591762674" sldId="666"/>
            <ac:spMk id="4" creationId="{B4A61B0D-1A71-4C87-ABBA-65F565EC55E0}"/>
          </ac:spMkLst>
        </pc:spChg>
        <pc:spChg chg="add del mod">
          <ac:chgData name="longlonglin" userId="65e6c6b7-2d31-4c1d-9ef2-3b9132fd9160" providerId="ADAL" clId="{EF220088-C7F1-7C42-8383-0166D768532D}" dt="2023-10-19T15:49:08.538" v="112" actId="478"/>
          <ac:spMkLst>
            <pc:docMk/>
            <pc:sldMk cId="591762674" sldId="666"/>
            <ac:spMk id="6" creationId="{C20848E8-95B0-D62C-942A-3BD4D546134F}"/>
          </ac:spMkLst>
        </pc:spChg>
        <pc:spChg chg="add del mod">
          <ac:chgData name="longlonglin" userId="65e6c6b7-2d31-4c1d-9ef2-3b9132fd9160" providerId="ADAL" clId="{EF220088-C7F1-7C42-8383-0166D768532D}" dt="2023-10-19T15:52:10.014" v="123" actId="478"/>
          <ac:spMkLst>
            <pc:docMk/>
            <pc:sldMk cId="591762674" sldId="666"/>
            <ac:spMk id="8" creationId="{49E1F8E5-9032-CF5D-BD5F-2615AABE1645}"/>
          </ac:spMkLst>
        </pc:spChg>
        <pc:spChg chg="add mod">
          <ac:chgData name="longlonglin" userId="65e6c6b7-2d31-4c1d-9ef2-3b9132fd9160" providerId="ADAL" clId="{EF220088-C7F1-7C42-8383-0166D768532D}" dt="2023-10-19T15:53:30.200" v="126" actId="1076"/>
          <ac:spMkLst>
            <pc:docMk/>
            <pc:sldMk cId="591762674" sldId="666"/>
            <ac:spMk id="10" creationId="{44A46D6F-573C-6174-BC60-7F009B401872}"/>
          </ac:spMkLst>
        </pc:spChg>
        <pc:spChg chg="add mod">
          <ac:chgData name="longlonglin" userId="65e6c6b7-2d31-4c1d-9ef2-3b9132fd9160" providerId="ADAL" clId="{EF220088-C7F1-7C42-8383-0166D768532D}" dt="2023-10-19T15:53:33.620" v="128" actId="1076"/>
          <ac:spMkLst>
            <pc:docMk/>
            <pc:sldMk cId="591762674" sldId="666"/>
            <ac:spMk id="12" creationId="{7411CD82-E229-600C-2983-964708381E26}"/>
          </ac:spMkLst>
        </pc:spChg>
        <pc:graphicFrameChg chg="del modGraphic">
          <ac:chgData name="longlonglin" userId="65e6c6b7-2d31-4c1d-9ef2-3b9132fd9160" providerId="ADAL" clId="{EF220088-C7F1-7C42-8383-0166D768532D}" dt="2023-10-19T15:49:17.251" v="115" actId="478"/>
          <ac:graphicFrameMkLst>
            <pc:docMk/>
            <pc:sldMk cId="591762674" sldId="666"/>
            <ac:graphicFrameMk id="5" creationId="{AE7B5BE6-9CC5-426F-BB0C-E686E691A76C}"/>
          </ac:graphicFrameMkLst>
        </pc:graphicFrameChg>
      </pc:sldChg>
      <pc:sldChg chg="del">
        <pc:chgData name="longlonglin" userId="65e6c6b7-2d31-4c1d-9ef2-3b9132fd9160" providerId="ADAL" clId="{EF220088-C7F1-7C42-8383-0166D768532D}" dt="2023-10-19T15:34:01.265" v="8" actId="2696"/>
        <pc:sldMkLst>
          <pc:docMk/>
          <pc:sldMk cId="3531314945" sldId="667"/>
        </pc:sldMkLst>
      </pc:sldChg>
      <pc:sldChg chg="add del">
        <pc:chgData name="longlonglin" userId="65e6c6b7-2d31-4c1d-9ef2-3b9132fd9160" providerId="ADAL" clId="{EF220088-C7F1-7C42-8383-0166D768532D}" dt="2023-10-19T15:52:20.983" v="125" actId="2696"/>
        <pc:sldMkLst>
          <pc:docMk/>
          <pc:sldMk cId="4099589743" sldId="667"/>
        </pc:sldMkLst>
      </pc:sldChg>
      <pc:sldChg chg="del">
        <pc:chgData name="longlonglin" userId="65e6c6b7-2d31-4c1d-9ef2-3b9132fd9160" providerId="ADAL" clId="{EF220088-C7F1-7C42-8383-0166D768532D}" dt="2023-10-19T15:34:01.256" v="2" actId="2696"/>
        <pc:sldMkLst>
          <pc:docMk/>
          <pc:sldMk cId="2479594427" sldId="668"/>
        </pc:sldMkLst>
      </pc:sldChg>
      <pc:sldChg chg="addSp delSp modSp add mod modAnim">
        <pc:chgData name="longlonglin" userId="65e6c6b7-2d31-4c1d-9ef2-3b9132fd9160" providerId="ADAL" clId="{EF220088-C7F1-7C42-8383-0166D768532D}" dt="2023-10-19T15:51:18.690" v="122" actId="1076"/>
        <pc:sldMkLst>
          <pc:docMk/>
          <pc:sldMk cId="3248121501" sldId="668"/>
        </pc:sldMkLst>
        <pc:spChg chg="del mod">
          <ac:chgData name="longlonglin" userId="65e6c6b7-2d31-4c1d-9ef2-3b9132fd9160" providerId="ADAL" clId="{EF220088-C7F1-7C42-8383-0166D768532D}" dt="2023-10-19T15:50:54.244" v="120" actId="478"/>
          <ac:spMkLst>
            <pc:docMk/>
            <pc:sldMk cId="3248121501" sldId="668"/>
            <ac:spMk id="2" creationId="{5FE74D8C-07E5-48A9-8556-3DF9CF7EE52A}"/>
          </ac:spMkLst>
        </pc:spChg>
        <pc:spChg chg="add mod">
          <ac:chgData name="longlonglin" userId="65e6c6b7-2d31-4c1d-9ef2-3b9132fd9160" providerId="ADAL" clId="{EF220088-C7F1-7C42-8383-0166D768532D}" dt="2023-10-19T15:51:18.690" v="122" actId="1076"/>
          <ac:spMkLst>
            <pc:docMk/>
            <pc:sldMk cId="3248121501" sldId="668"/>
            <ac:spMk id="5" creationId="{24D0C16B-08AD-B6EB-4BF1-C806D26705DF}"/>
          </ac:spMkLst>
        </pc:spChg>
      </pc:sldChg>
      <pc:sldChg chg="addSp delSp modSp add mod delAnim modAnim">
        <pc:chgData name="longlonglin" userId="65e6c6b7-2d31-4c1d-9ef2-3b9132fd9160" providerId="ADAL" clId="{EF220088-C7F1-7C42-8383-0166D768532D}" dt="2023-10-19T15:54:09.432" v="134" actId="22"/>
        <pc:sldMkLst>
          <pc:docMk/>
          <pc:sldMk cId="2351468345" sldId="669"/>
        </pc:sldMkLst>
        <pc:spChg chg="del mod">
          <ac:chgData name="longlonglin" userId="65e6c6b7-2d31-4c1d-9ef2-3b9132fd9160" providerId="ADAL" clId="{EF220088-C7F1-7C42-8383-0166D768532D}" dt="2023-10-19T15:53:45.623" v="131" actId="478"/>
          <ac:spMkLst>
            <pc:docMk/>
            <pc:sldMk cId="2351468345" sldId="669"/>
            <ac:spMk id="2" creationId="{5FE74D8C-07E5-48A9-8556-3DF9CF7EE52A}"/>
          </ac:spMkLst>
        </pc:spChg>
        <pc:spChg chg="del">
          <ac:chgData name="longlonglin" userId="65e6c6b7-2d31-4c1d-9ef2-3b9132fd9160" providerId="ADAL" clId="{EF220088-C7F1-7C42-8383-0166D768532D}" dt="2023-10-19T15:53:47.601" v="132" actId="478"/>
          <ac:spMkLst>
            <pc:docMk/>
            <pc:sldMk cId="2351468345" sldId="669"/>
            <ac:spMk id="4" creationId="{77E6C5BA-B4B4-4F2F-96BB-F1765441BA2E}"/>
          </ac:spMkLst>
        </pc:spChg>
        <pc:spChg chg="add">
          <ac:chgData name="longlonglin" userId="65e6c6b7-2d31-4c1d-9ef2-3b9132fd9160" providerId="ADAL" clId="{EF220088-C7F1-7C42-8383-0166D768532D}" dt="2023-10-19T15:54:09.432" v="134" actId="22"/>
          <ac:spMkLst>
            <pc:docMk/>
            <pc:sldMk cId="2351468345" sldId="669"/>
            <ac:spMk id="7" creationId="{38415DD6-48B9-5232-96D1-D52EF6EF9E1E}"/>
          </ac:spMkLst>
        </pc:spChg>
        <pc:graphicFrameChg chg="del">
          <ac:chgData name="longlonglin" userId="65e6c6b7-2d31-4c1d-9ef2-3b9132fd9160" providerId="ADAL" clId="{EF220088-C7F1-7C42-8383-0166D768532D}" dt="2023-10-19T15:53:53.324" v="133" actId="478"/>
          <ac:graphicFrameMkLst>
            <pc:docMk/>
            <pc:sldMk cId="2351468345" sldId="669"/>
            <ac:graphicFrameMk id="5" creationId="{126374DC-4112-438A-9F0C-D6AA5D9D88CE}"/>
          </ac:graphicFrameMkLst>
        </pc:graphicFrameChg>
      </pc:sldChg>
      <pc:sldChg chg="del">
        <pc:chgData name="longlonglin" userId="65e6c6b7-2d31-4c1d-9ef2-3b9132fd9160" providerId="ADAL" clId="{EF220088-C7F1-7C42-8383-0166D768532D}" dt="2023-10-19T15:34:01.315" v="31" actId="2696"/>
        <pc:sldMkLst>
          <pc:docMk/>
          <pc:sldMk cId="3559016822" sldId="669"/>
        </pc:sldMkLst>
      </pc:sldChg>
      <pc:sldChg chg="del">
        <pc:chgData name="longlonglin" userId="65e6c6b7-2d31-4c1d-9ef2-3b9132fd9160" providerId="ADAL" clId="{EF220088-C7F1-7C42-8383-0166D768532D}" dt="2023-10-19T15:34:01.332" v="40" actId="2696"/>
        <pc:sldMkLst>
          <pc:docMk/>
          <pc:sldMk cId="2076406277" sldId="670"/>
        </pc:sldMkLst>
      </pc:sldChg>
      <pc:sldChg chg="addSp delSp modSp add mod delAnim modAnim">
        <pc:chgData name="longlonglin" userId="65e6c6b7-2d31-4c1d-9ef2-3b9132fd9160" providerId="ADAL" clId="{EF220088-C7F1-7C42-8383-0166D768532D}" dt="2023-10-19T15:54:45.385" v="139" actId="22"/>
        <pc:sldMkLst>
          <pc:docMk/>
          <pc:sldMk cId="3115880075" sldId="670"/>
        </pc:sldMkLst>
        <pc:spChg chg="del mod">
          <ac:chgData name="longlonglin" userId="65e6c6b7-2d31-4c1d-9ef2-3b9132fd9160" providerId="ADAL" clId="{EF220088-C7F1-7C42-8383-0166D768532D}" dt="2023-10-19T15:54:28.818" v="138" actId="478"/>
          <ac:spMkLst>
            <pc:docMk/>
            <pc:sldMk cId="3115880075" sldId="670"/>
            <ac:spMk id="2" creationId="{5FE74D8C-07E5-48A9-8556-3DF9CF7EE52A}"/>
          </ac:spMkLst>
        </pc:spChg>
        <pc:spChg chg="add">
          <ac:chgData name="longlonglin" userId="65e6c6b7-2d31-4c1d-9ef2-3b9132fd9160" providerId="ADAL" clId="{EF220088-C7F1-7C42-8383-0166D768532D}" dt="2023-10-19T15:54:45.385" v="139" actId="22"/>
          <ac:spMkLst>
            <pc:docMk/>
            <pc:sldMk cId="3115880075" sldId="670"/>
            <ac:spMk id="6" creationId="{3FADC383-AB9A-2CAC-A5C5-7F65A9B64E7B}"/>
          </ac:spMkLst>
        </pc:spChg>
        <pc:graphicFrameChg chg="del">
          <ac:chgData name="longlonglin" userId="65e6c6b7-2d31-4c1d-9ef2-3b9132fd9160" providerId="ADAL" clId="{EF220088-C7F1-7C42-8383-0166D768532D}" dt="2023-10-19T15:54:25.808" v="137" actId="478"/>
          <ac:graphicFrameMkLst>
            <pc:docMk/>
            <pc:sldMk cId="3115880075" sldId="670"/>
            <ac:graphicFrameMk id="5" creationId="{13EAF57E-5FDF-4B11-B224-27155F2EADC2}"/>
          </ac:graphicFrameMkLst>
        </pc:graphicFrameChg>
      </pc:sldChg>
      <pc:sldChg chg="del">
        <pc:chgData name="longlonglin" userId="65e6c6b7-2d31-4c1d-9ef2-3b9132fd9160" providerId="ADAL" clId="{EF220088-C7F1-7C42-8383-0166D768532D}" dt="2023-10-19T15:34:01.322" v="36" actId="2696"/>
        <pc:sldMkLst>
          <pc:docMk/>
          <pc:sldMk cId="3562507006" sldId="671"/>
        </pc:sldMkLst>
      </pc:sldChg>
      <pc:sldChg chg="addSp delSp modSp add mod delAnim modAnim">
        <pc:chgData name="longlonglin" userId="65e6c6b7-2d31-4c1d-9ef2-3b9132fd9160" providerId="ADAL" clId="{EF220088-C7F1-7C42-8383-0166D768532D}" dt="2023-10-19T15:56:11.980" v="144" actId="22"/>
        <pc:sldMkLst>
          <pc:docMk/>
          <pc:sldMk cId="3772884864" sldId="671"/>
        </pc:sldMkLst>
        <pc:spChg chg="del mod">
          <ac:chgData name="longlonglin" userId="65e6c6b7-2d31-4c1d-9ef2-3b9132fd9160" providerId="ADAL" clId="{EF220088-C7F1-7C42-8383-0166D768532D}" dt="2023-10-19T15:55:49.446" v="143" actId="478"/>
          <ac:spMkLst>
            <pc:docMk/>
            <pc:sldMk cId="3772884864" sldId="671"/>
            <ac:spMk id="2" creationId="{5FE74D8C-07E5-48A9-8556-3DF9CF7EE52A}"/>
          </ac:spMkLst>
        </pc:spChg>
        <pc:spChg chg="add">
          <ac:chgData name="longlonglin" userId="65e6c6b7-2d31-4c1d-9ef2-3b9132fd9160" providerId="ADAL" clId="{EF220088-C7F1-7C42-8383-0166D768532D}" dt="2023-10-19T15:56:11.980" v="144" actId="22"/>
          <ac:spMkLst>
            <pc:docMk/>
            <pc:sldMk cId="3772884864" sldId="671"/>
            <ac:spMk id="6" creationId="{C10B4140-7DBA-341A-9953-2925CD9DEA43}"/>
          </ac:spMkLst>
        </pc:spChg>
        <pc:graphicFrameChg chg="del">
          <ac:chgData name="longlonglin" userId="65e6c6b7-2d31-4c1d-9ef2-3b9132fd9160" providerId="ADAL" clId="{EF220088-C7F1-7C42-8383-0166D768532D}" dt="2023-10-19T15:55:46.683" v="142" actId="478"/>
          <ac:graphicFrameMkLst>
            <pc:docMk/>
            <pc:sldMk cId="3772884864" sldId="671"/>
            <ac:graphicFrameMk id="4" creationId="{EDF07B33-850A-4F10-AB13-FA82668ACF8E}"/>
          </ac:graphicFrameMkLst>
        </pc:graphicFrameChg>
      </pc:sldChg>
      <pc:sldChg chg="addSp delSp modSp add mod delAnim modAnim">
        <pc:chgData name="longlonglin" userId="65e6c6b7-2d31-4c1d-9ef2-3b9132fd9160" providerId="ADAL" clId="{EF220088-C7F1-7C42-8383-0166D768532D}" dt="2023-10-19T15:58:10.187" v="151" actId="22"/>
        <pc:sldMkLst>
          <pc:docMk/>
          <pc:sldMk cId="1931496541" sldId="672"/>
        </pc:sldMkLst>
        <pc:spChg chg="del">
          <ac:chgData name="longlonglin" userId="65e6c6b7-2d31-4c1d-9ef2-3b9132fd9160" providerId="ADAL" clId="{EF220088-C7F1-7C42-8383-0166D768532D}" dt="2023-10-19T15:56:41.388" v="147" actId="478"/>
          <ac:spMkLst>
            <pc:docMk/>
            <pc:sldMk cId="1931496541" sldId="672"/>
            <ac:spMk id="2" creationId="{5FE74D8C-07E5-48A9-8556-3DF9CF7EE52A}"/>
          </ac:spMkLst>
        </pc:spChg>
        <pc:spChg chg="del">
          <ac:chgData name="longlonglin" userId="65e6c6b7-2d31-4c1d-9ef2-3b9132fd9160" providerId="ADAL" clId="{EF220088-C7F1-7C42-8383-0166D768532D}" dt="2023-10-19T15:56:52.267" v="149" actId="478"/>
          <ac:spMkLst>
            <pc:docMk/>
            <pc:sldMk cId="1931496541" sldId="672"/>
            <ac:spMk id="5" creationId="{72871CA5-21D9-4404-876F-8DC41E1BE7D8}"/>
          </ac:spMkLst>
        </pc:spChg>
        <pc:spChg chg="add del mod">
          <ac:chgData name="longlonglin" userId="65e6c6b7-2d31-4c1d-9ef2-3b9132fd9160" providerId="ADAL" clId="{EF220088-C7F1-7C42-8383-0166D768532D}" dt="2023-10-19T15:56:49.383" v="148" actId="478"/>
          <ac:spMkLst>
            <pc:docMk/>
            <pc:sldMk cId="1931496541" sldId="672"/>
            <ac:spMk id="6" creationId="{D21D671E-7D31-B738-9C06-087E4956717C}"/>
          </ac:spMkLst>
        </pc:spChg>
        <pc:spChg chg="add">
          <ac:chgData name="longlonglin" userId="65e6c6b7-2d31-4c1d-9ef2-3b9132fd9160" providerId="ADAL" clId="{EF220088-C7F1-7C42-8383-0166D768532D}" dt="2023-10-19T15:58:10.187" v="151" actId="22"/>
          <ac:spMkLst>
            <pc:docMk/>
            <pc:sldMk cId="1931496541" sldId="672"/>
            <ac:spMk id="8" creationId="{77A961CF-A177-3057-9BFD-036524ACBB05}"/>
          </ac:spMkLst>
        </pc:spChg>
        <pc:graphicFrameChg chg="del">
          <ac:chgData name="longlonglin" userId="65e6c6b7-2d31-4c1d-9ef2-3b9132fd9160" providerId="ADAL" clId="{EF220088-C7F1-7C42-8383-0166D768532D}" dt="2023-10-19T15:56:55.094" v="150" actId="478"/>
          <ac:graphicFrameMkLst>
            <pc:docMk/>
            <pc:sldMk cId="1931496541" sldId="672"/>
            <ac:graphicFrameMk id="4" creationId="{BEF59BF1-C344-4392-967A-D63A03AEDCEC}"/>
          </ac:graphicFrameMkLst>
        </pc:graphicFrameChg>
      </pc:sldChg>
      <pc:sldChg chg="del">
        <pc:chgData name="longlonglin" userId="65e6c6b7-2d31-4c1d-9ef2-3b9132fd9160" providerId="ADAL" clId="{EF220088-C7F1-7C42-8383-0166D768532D}" dt="2023-10-19T15:34:01.269" v="11" actId="2696"/>
        <pc:sldMkLst>
          <pc:docMk/>
          <pc:sldMk cId="2332997978" sldId="672"/>
        </pc:sldMkLst>
      </pc:sldChg>
      <pc:sldChg chg="addSp delSp modSp add mod delAnim modAnim">
        <pc:chgData name="longlonglin" userId="65e6c6b7-2d31-4c1d-9ef2-3b9132fd9160" providerId="ADAL" clId="{EF220088-C7F1-7C42-8383-0166D768532D}" dt="2023-10-19T15:58:51.926" v="156" actId="478"/>
        <pc:sldMkLst>
          <pc:docMk/>
          <pc:sldMk cId="3743961253" sldId="673"/>
        </pc:sldMkLst>
        <pc:spChg chg="del">
          <ac:chgData name="longlonglin" userId="65e6c6b7-2d31-4c1d-9ef2-3b9132fd9160" providerId="ADAL" clId="{EF220088-C7F1-7C42-8383-0166D768532D}" dt="2023-10-19T15:58:49.061" v="155" actId="478"/>
          <ac:spMkLst>
            <pc:docMk/>
            <pc:sldMk cId="3743961253" sldId="673"/>
            <ac:spMk id="2" creationId="{5FE74D8C-07E5-48A9-8556-3DF9CF7EE52A}"/>
          </ac:spMkLst>
        </pc:spChg>
        <pc:spChg chg="add del mod">
          <ac:chgData name="longlonglin" userId="65e6c6b7-2d31-4c1d-9ef2-3b9132fd9160" providerId="ADAL" clId="{EF220088-C7F1-7C42-8383-0166D768532D}" dt="2023-10-19T15:58:51.926" v="156" actId="478"/>
          <ac:spMkLst>
            <pc:docMk/>
            <pc:sldMk cId="3743961253" sldId="673"/>
            <ac:spMk id="6" creationId="{DB1909A3-0B2D-BFF9-9724-A68B0133F001}"/>
          </ac:spMkLst>
        </pc:spChg>
        <pc:graphicFrameChg chg="del">
          <ac:chgData name="longlonglin" userId="65e6c6b7-2d31-4c1d-9ef2-3b9132fd9160" providerId="ADAL" clId="{EF220088-C7F1-7C42-8383-0166D768532D}" dt="2023-10-19T15:58:45.251" v="154" actId="478"/>
          <ac:graphicFrameMkLst>
            <pc:docMk/>
            <pc:sldMk cId="3743961253" sldId="673"/>
            <ac:graphicFrameMk id="5" creationId="{68617E54-B6FD-41BD-B447-8157F8270091}"/>
          </ac:graphicFrameMkLst>
        </pc:graphicFrameChg>
      </pc:sldChg>
      <pc:sldChg chg="addSp delSp modSp add mod delAnim modAnim">
        <pc:chgData name="longlonglin" userId="65e6c6b7-2d31-4c1d-9ef2-3b9132fd9160" providerId="ADAL" clId="{EF220088-C7F1-7C42-8383-0166D768532D}" dt="2023-10-19T16:04:30.968" v="161" actId="22"/>
        <pc:sldMkLst>
          <pc:docMk/>
          <pc:sldMk cId="1323613093" sldId="674"/>
        </pc:sldMkLst>
        <pc:spChg chg="del">
          <ac:chgData name="longlonglin" userId="65e6c6b7-2d31-4c1d-9ef2-3b9132fd9160" providerId="ADAL" clId="{EF220088-C7F1-7C42-8383-0166D768532D}" dt="2023-10-19T16:04:12.896" v="158" actId="478"/>
          <ac:spMkLst>
            <pc:docMk/>
            <pc:sldMk cId="1323613093" sldId="674"/>
            <ac:spMk id="2" creationId="{5FE74D8C-07E5-48A9-8556-3DF9CF7EE52A}"/>
          </ac:spMkLst>
        </pc:spChg>
        <pc:spChg chg="add del mod">
          <ac:chgData name="longlonglin" userId="65e6c6b7-2d31-4c1d-9ef2-3b9132fd9160" providerId="ADAL" clId="{EF220088-C7F1-7C42-8383-0166D768532D}" dt="2023-10-19T16:04:15.050" v="159" actId="478"/>
          <ac:spMkLst>
            <pc:docMk/>
            <pc:sldMk cId="1323613093" sldId="674"/>
            <ac:spMk id="4" creationId="{91920CE6-507A-61FE-58FC-5EEAC6C8A536}"/>
          </ac:spMkLst>
        </pc:spChg>
        <pc:spChg chg="add">
          <ac:chgData name="longlonglin" userId="65e6c6b7-2d31-4c1d-9ef2-3b9132fd9160" providerId="ADAL" clId="{EF220088-C7F1-7C42-8383-0166D768532D}" dt="2023-10-19T16:04:30.968" v="161" actId="22"/>
          <ac:spMkLst>
            <pc:docMk/>
            <pc:sldMk cId="1323613093" sldId="674"/>
            <ac:spMk id="7" creationId="{90C99721-3486-9BF8-D7E2-75C6D4C96865}"/>
          </ac:spMkLst>
        </pc:spChg>
        <pc:graphicFrameChg chg="del">
          <ac:chgData name="longlonglin" userId="65e6c6b7-2d31-4c1d-9ef2-3b9132fd9160" providerId="ADAL" clId="{EF220088-C7F1-7C42-8383-0166D768532D}" dt="2023-10-19T16:04:16.249" v="160" actId="478"/>
          <ac:graphicFrameMkLst>
            <pc:docMk/>
            <pc:sldMk cId="1323613093" sldId="674"/>
            <ac:graphicFrameMk id="5" creationId="{F8BC6FDA-C1BC-425A-A129-031F7B0553DA}"/>
          </ac:graphicFrameMkLst>
        </pc:graphicFrameChg>
      </pc:sldChg>
      <pc:sldChg chg="del">
        <pc:chgData name="longlonglin" userId="65e6c6b7-2d31-4c1d-9ef2-3b9132fd9160" providerId="ADAL" clId="{EF220088-C7F1-7C42-8383-0166D768532D}" dt="2023-10-19T15:34:01.270" v="12" actId="2696"/>
        <pc:sldMkLst>
          <pc:docMk/>
          <pc:sldMk cId="2428304775" sldId="674"/>
        </pc:sldMkLst>
      </pc:sldChg>
      <pc:sldChg chg="addSp delSp modSp add mod delAnim modAnim">
        <pc:chgData name="longlonglin" userId="65e6c6b7-2d31-4c1d-9ef2-3b9132fd9160" providerId="ADAL" clId="{EF220088-C7F1-7C42-8383-0166D768532D}" dt="2023-10-19T16:04:54.458" v="166" actId="22"/>
        <pc:sldMkLst>
          <pc:docMk/>
          <pc:sldMk cId="1227430847" sldId="675"/>
        </pc:sldMkLst>
        <pc:spChg chg="del mod">
          <ac:chgData name="longlonglin" userId="65e6c6b7-2d31-4c1d-9ef2-3b9132fd9160" providerId="ADAL" clId="{EF220088-C7F1-7C42-8383-0166D768532D}" dt="2023-10-19T16:04:45.590" v="165" actId="478"/>
          <ac:spMkLst>
            <pc:docMk/>
            <pc:sldMk cId="1227430847" sldId="675"/>
            <ac:spMk id="2" creationId="{5FE74D8C-07E5-48A9-8556-3DF9CF7EE52A}"/>
          </ac:spMkLst>
        </pc:spChg>
        <pc:spChg chg="add">
          <ac:chgData name="longlonglin" userId="65e6c6b7-2d31-4c1d-9ef2-3b9132fd9160" providerId="ADAL" clId="{EF220088-C7F1-7C42-8383-0166D768532D}" dt="2023-10-19T16:04:54.458" v="166" actId="22"/>
          <ac:spMkLst>
            <pc:docMk/>
            <pc:sldMk cId="1227430847" sldId="675"/>
            <ac:spMk id="6" creationId="{35ED587B-12F3-79EA-3D8E-B5CB8B300E30}"/>
          </ac:spMkLst>
        </pc:spChg>
        <pc:graphicFrameChg chg="del">
          <ac:chgData name="longlonglin" userId="65e6c6b7-2d31-4c1d-9ef2-3b9132fd9160" providerId="ADAL" clId="{EF220088-C7F1-7C42-8383-0166D768532D}" dt="2023-10-19T16:04:43.728" v="164" actId="478"/>
          <ac:graphicFrameMkLst>
            <pc:docMk/>
            <pc:sldMk cId="1227430847" sldId="675"/>
            <ac:graphicFrameMk id="5" creationId="{F8BC6FDA-C1BC-425A-A129-031F7B0553DA}"/>
          </ac:graphicFrameMkLst>
        </pc:graphicFrameChg>
      </pc:sldChg>
      <pc:sldChg chg="del">
        <pc:chgData name="longlonglin" userId="65e6c6b7-2d31-4c1d-9ef2-3b9132fd9160" providerId="ADAL" clId="{EF220088-C7F1-7C42-8383-0166D768532D}" dt="2023-10-19T15:34:01.320" v="35" actId="2696"/>
        <pc:sldMkLst>
          <pc:docMk/>
          <pc:sldMk cId="2106826759" sldId="675"/>
        </pc:sldMkLst>
      </pc:sldChg>
      <pc:sldChg chg="del">
        <pc:chgData name="longlonglin" userId="65e6c6b7-2d31-4c1d-9ef2-3b9132fd9160" providerId="ADAL" clId="{EF220088-C7F1-7C42-8383-0166D768532D}" dt="2023-10-19T15:34:01.302" v="29" actId="2696"/>
        <pc:sldMkLst>
          <pc:docMk/>
          <pc:sldMk cId="2048025738" sldId="676"/>
        </pc:sldMkLst>
      </pc:sldChg>
      <pc:sldChg chg="addSp delSp modSp add mod delAnim modAnim">
        <pc:chgData name="longlonglin" userId="65e6c6b7-2d31-4c1d-9ef2-3b9132fd9160" providerId="ADAL" clId="{EF220088-C7F1-7C42-8383-0166D768532D}" dt="2023-10-19T16:05:19.858" v="171" actId="22"/>
        <pc:sldMkLst>
          <pc:docMk/>
          <pc:sldMk cId="3282069828" sldId="676"/>
        </pc:sldMkLst>
        <pc:spChg chg="del mod">
          <ac:chgData name="longlonglin" userId="65e6c6b7-2d31-4c1d-9ef2-3b9132fd9160" providerId="ADAL" clId="{EF220088-C7F1-7C42-8383-0166D768532D}" dt="2023-10-19T16:05:10.711" v="170" actId="478"/>
          <ac:spMkLst>
            <pc:docMk/>
            <pc:sldMk cId="3282069828" sldId="676"/>
            <ac:spMk id="2" creationId="{5FE74D8C-07E5-48A9-8556-3DF9CF7EE52A}"/>
          </ac:spMkLst>
        </pc:spChg>
        <pc:spChg chg="add">
          <ac:chgData name="longlonglin" userId="65e6c6b7-2d31-4c1d-9ef2-3b9132fd9160" providerId="ADAL" clId="{EF220088-C7F1-7C42-8383-0166D768532D}" dt="2023-10-19T16:05:19.858" v="171" actId="22"/>
          <ac:spMkLst>
            <pc:docMk/>
            <pc:sldMk cId="3282069828" sldId="676"/>
            <ac:spMk id="6" creationId="{91465FC8-AE95-D49E-65EB-667EEE3C4E58}"/>
          </ac:spMkLst>
        </pc:spChg>
        <pc:graphicFrameChg chg="del">
          <ac:chgData name="longlonglin" userId="65e6c6b7-2d31-4c1d-9ef2-3b9132fd9160" providerId="ADAL" clId="{EF220088-C7F1-7C42-8383-0166D768532D}" dt="2023-10-19T16:05:08.852" v="169" actId="478"/>
          <ac:graphicFrameMkLst>
            <pc:docMk/>
            <pc:sldMk cId="3282069828" sldId="676"/>
            <ac:graphicFrameMk id="5" creationId="{F8BC6FDA-C1BC-425A-A129-031F7B0553DA}"/>
          </ac:graphicFrameMkLst>
        </pc:graphicFrameChg>
      </pc:sldChg>
      <pc:sldChg chg="del">
        <pc:chgData name="longlonglin" userId="65e6c6b7-2d31-4c1d-9ef2-3b9132fd9160" providerId="ADAL" clId="{EF220088-C7F1-7C42-8383-0166D768532D}" dt="2023-10-19T15:34:01.259" v="4" actId="2696"/>
        <pc:sldMkLst>
          <pc:docMk/>
          <pc:sldMk cId="3256675376" sldId="677"/>
        </pc:sldMkLst>
      </pc:sldChg>
      <pc:sldChg chg="del">
        <pc:chgData name="longlonglin" userId="65e6c6b7-2d31-4c1d-9ef2-3b9132fd9160" providerId="ADAL" clId="{EF220088-C7F1-7C42-8383-0166D768532D}" dt="2023-10-19T15:34:01.279" v="18" actId="2696"/>
        <pc:sldMkLst>
          <pc:docMk/>
          <pc:sldMk cId="190129026" sldId="678"/>
        </pc:sldMkLst>
      </pc:sldChg>
      <pc:sldChg chg="del">
        <pc:chgData name="longlonglin" userId="65e6c6b7-2d31-4c1d-9ef2-3b9132fd9160" providerId="ADAL" clId="{EF220088-C7F1-7C42-8383-0166D768532D}" dt="2023-10-19T15:34:01.318" v="33" actId="2696"/>
        <pc:sldMkLst>
          <pc:docMk/>
          <pc:sldMk cId="1160324405" sldId="679"/>
        </pc:sldMkLst>
      </pc:sldChg>
      <pc:sldChg chg="del">
        <pc:chgData name="longlonglin" userId="65e6c6b7-2d31-4c1d-9ef2-3b9132fd9160" providerId="ADAL" clId="{EF220088-C7F1-7C42-8383-0166D768532D}" dt="2023-10-19T15:34:01.301" v="28" actId="2696"/>
        <pc:sldMkLst>
          <pc:docMk/>
          <pc:sldMk cId="271798435" sldId="680"/>
        </pc:sldMkLst>
      </pc:sldChg>
      <pc:sldMasterChg chg="delSldLayout">
        <pc:chgData name="longlonglin" userId="65e6c6b7-2d31-4c1d-9ef2-3b9132fd9160" providerId="ADAL" clId="{EF220088-C7F1-7C42-8383-0166D768532D}" dt="2023-10-19T15:34:01.254" v="1" actId="2696"/>
        <pc:sldMasterMkLst>
          <pc:docMk/>
          <pc:sldMasterMk cId="2668500973" sldId="2147483753"/>
        </pc:sldMasterMkLst>
        <pc:sldLayoutChg chg="del">
          <pc:chgData name="longlonglin" userId="65e6c6b7-2d31-4c1d-9ef2-3b9132fd9160" providerId="ADAL" clId="{EF220088-C7F1-7C42-8383-0166D768532D}" dt="2023-10-19T15:34:01.254" v="1" actId="2696"/>
          <pc:sldLayoutMkLst>
            <pc:docMk/>
            <pc:sldMasterMk cId="2668500973" sldId="2147483753"/>
            <pc:sldLayoutMk cId="1212444520" sldId="2147483754"/>
          </pc:sldLayoutMkLst>
        </pc:sldLayoutChg>
      </pc:sldMasterChg>
    </pc:docChg>
  </pc:docChgLst>
  <pc:docChgLst>
    <pc:chgData name="longlonglin" userId="65e6c6b7-2d31-4c1d-9ef2-3b9132fd9160" providerId="ADAL" clId="{BED371A2-6AB9-1541-99F8-3F3C5F370B32}"/>
    <pc:docChg chg="undo redo custSel addSld delSld modSld sldOrd">
      <pc:chgData name="longlonglin" userId="65e6c6b7-2d31-4c1d-9ef2-3b9132fd9160" providerId="ADAL" clId="{BED371A2-6AB9-1541-99F8-3F3C5F370B32}" dt="2023-10-19T15:24:37.417" v="367" actId="1076"/>
      <pc:docMkLst>
        <pc:docMk/>
      </pc:docMkLst>
      <pc:sldChg chg="modSp mod">
        <pc:chgData name="longlonglin" userId="65e6c6b7-2d31-4c1d-9ef2-3b9132fd9160" providerId="ADAL" clId="{BED371A2-6AB9-1541-99F8-3F3C5F370B32}" dt="2023-10-16T08:11:42.906" v="3" actId="20577"/>
        <pc:sldMkLst>
          <pc:docMk/>
          <pc:sldMk cId="1507486283" sldId="494"/>
        </pc:sldMkLst>
        <pc:spChg chg="mod">
          <ac:chgData name="longlonglin" userId="65e6c6b7-2d31-4c1d-9ef2-3b9132fd9160" providerId="ADAL" clId="{BED371A2-6AB9-1541-99F8-3F3C5F370B32}" dt="2023-10-16T08:11:42.906" v="3" actId="20577"/>
          <ac:spMkLst>
            <pc:docMk/>
            <pc:sldMk cId="1507486283" sldId="494"/>
            <ac:spMk id="5" creationId="{2B75B0B3-9C45-43B9-B23D-D3FD629246B1}"/>
          </ac:spMkLst>
        </pc:spChg>
      </pc:sldChg>
      <pc:sldChg chg="delSp">
        <pc:chgData name="longlonglin" userId="65e6c6b7-2d31-4c1d-9ef2-3b9132fd9160" providerId="ADAL" clId="{BED371A2-6AB9-1541-99F8-3F3C5F370B32}" dt="2023-10-16T08:02:22.294" v="1" actId="478"/>
        <pc:sldMkLst>
          <pc:docMk/>
          <pc:sldMk cId="846366922" sldId="534"/>
        </pc:sldMkLst>
        <pc:spChg chg="del">
          <ac:chgData name="longlonglin" userId="65e6c6b7-2d31-4c1d-9ef2-3b9132fd9160" providerId="ADAL" clId="{BED371A2-6AB9-1541-99F8-3F3C5F370B32}" dt="2023-10-16T08:02:20.190" v="0" actId="478"/>
          <ac:spMkLst>
            <pc:docMk/>
            <pc:sldMk cId="846366922" sldId="534"/>
            <ac:spMk id="4" creationId="{C064B115-41AF-49E8-9682-19EEBA914D5F}"/>
          </ac:spMkLst>
        </pc:spChg>
        <pc:spChg chg="del">
          <ac:chgData name="longlonglin" userId="65e6c6b7-2d31-4c1d-9ef2-3b9132fd9160" providerId="ADAL" clId="{BED371A2-6AB9-1541-99F8-3F3C5F370B32}" dt="2023-10-16T08:02:22.294" v="1" actId="478"/>
          <ac:spMkLst>
            <pc:docMk/>
            <pc:sldMk cId="846366922" sldId="534"/>
            <ac:spMk id="5" creationId="{993DF9F8-7043-4B98-AE20-BA5B934A72AB}"/>
          </ac:spMkLst>
        </pc:spChg>
      </pc:sldChg>
      <pc:sldChg chg="addSp delSp modSp mod delAnim modAnim">
        <pc:chgData name="longlonglin" userId="65e6c6b7-2d31-4c1d-9ef2-3b9132fd9160" providerId="ADAL" clId="{BED371A2-6AB9-1541-99F8-3F3C5F370B32}" dt="2023-10-16T08:31:11.011" v="190"/>
        <pc:sldMkLst>
          <pc:docMk/>
          <pc:sldMk cId="1884917981" sldId="580"/>
        </pc:sldMkLst>
        <pc:spChg chg="mod">
          <ac:chgData name="longlonglin" userId="65e6c6b7-2d31-4c1d-9ef2-3b9132fd9160" providerId="ADAL" clId="{BED371A2-6AB9-1541-99F8-3F3C5F370B32}" dt="2023-10-16T08:27:40.975" v="159"/>
          <ac:spMkLst>
            <pc:docMk/>
            <pc:sldMk cId="1884917981" sldId="580"/>
            <ac:spMk id="2" creationId="{5FE74D8C-07E5-48A9-8556-3DF9CF7EE52A}"/>
          </ac:spMkLst>
        </pc:spChg>
        <pc:spChg chg="mod">
          <ac:chgData name="longlonglin" userId="65e6c6b7-2d31-4c1d-9ef2-3b9132fd9160" providerId="ADAL" clId="{BED371A2-6AB9-1541-99F8-3F3C5F370B32}" dt="2023-10-16T08:31:11.011" v="190"/>
          <ac:spMkLst>
            <pc:docMk/>
            <pc:sldMk cId="1884917981" sldId="580"/>
            <ac:spMk id="3" creationId="{351BE47F-A7C0-4F37-895C-B09FEF90680A}"/>
          </ac:spMkLst>
        </pc:spChg>
        <pc:spChg chg="add del mod">
          <ac:chgData name="longlonglin" userId="65e6c6b7-2d31-4c1d-9ef2-3b9132fd9160" providerId="ADAL" clId="{BED371A2-6AB9-1541-99F8-3F3C5F370B32}" dt="2023-10-16T08:28:05.956" v="164"/>
          <ac:spMkLst>
            <pc:docMk/>
            <pc:sldMk cId="1884917981" sldId="580"/>
            <ac:spMk id="5" creationId="{1EF23535-E93F-BA7C-AE2F-CF7D1DAEA486}"/>
          </ac:spMkLst>
        </pc:spChg>
        <pc:spChg chg="add del mod">
          <ac:chgData name="longlonglin" userId="65e6c6b7-2d31-4c1d-9ef2-3b9132fd9160" providerId="ADAL" clId="{BED371A2-6AB9-1541-99F8-3F3C5F370B32}" dt="2023-10-16T08:27:44.277" v="162"/>
          <ac:spMkLst>
            <pc:docMk/>
            <pc:sldMk cId="1884917981" sldId="580"/>
            <ac:spMk id="6" creationId="{0F310499-C59C-7B9F-A9FE-E55CB053BDA7}"/>
          </ac:spMkLst>
        </pc:spChg>
        <pc:spChg chg="add del mod">
          <ac:chgData name="longlonglin" userId="65e6c6b7-2d31-4c1d-9ef2-3b9132fd9160" providerId="ADAL" clId="{BED371A2-6AB9-1541-99F8-3F3C5F370B32}" dt="2023-10-16T08:27:44.274" v="160" actId="478"/>
          <ac:spMkLst>
            <pc:docMk/>
            <pc:sldMk cId="1884917981" sldId="580"/>
            <ac:spMk id="7" creationId="{DBB70843-2C69-0672-A500-36D71AC6639D}"/>
          </ac:spMkLst>
        </pc:spChg>
        <pc:graphicFrameChg chg="del">
          <ac:chgData name="longlonglin" userId="65e6c6b7-2d31-4c1d-9ef2-3b9132fd9160" providerId="ADAL" clId="{BED371A2-6AB9-1541-99F8-3F3C5F370B32}" dt="2023-10-16T08:26:31.612" v="142" actId="478"/>
          <ac:graphicFrameMkLst>
            <pc:docMk/>
            <pc:sldMk cId="1884917981" sldId="580"/>
            <ac:graphicFrameMk id="4" creationId="{2207D4D5-A8D6-457D-A87D-195001F28310}"/>
          </ac:graphicFrameMkLst>
        </pc:graphicFrameChg>
      </pc:sldChg>
      <pc:sldChg chg="addSp modSp mod">
        <pc:chgData name="longlonglin" userId="65e6c6b7-2d31-4c1d-9ef2-3b9132fd9160" providerId="ADAL" clId="{BED371A2-6AB9-1541-99F8-3F3C5F370B32}" dt="2023-10-16T08:43:22.327" v="223" actId="1076"/>
        <pc:sldMkLst>
          <pc:docMk/>
          <pc:sldMk cId="2333261" sldId="582"/>
        </pc:sldMkLst>
        <pc:spChg chg="add mod">
          <ac:chgData name="longlonglin" userId="65e6c6b7-2d31-4c1d-9ef2-3b9132fd9160" providerId="ADAL" clId="{BED371A2-6AB9-1541-99F8-3F3C5F370B32}" dt="2023-10-16T08:43:22.327" v="223" actId="1076"/>
          <ac:spMkLst>
            <pc:docMk/>
            <pc:sldMk cId="2333261" sldId="582"/>
            <ac:spMk id="6" creationId="{C4E868A9-02A3-A574-114C-78B015A53B41}"/>
          </ac:spMkLst>
        </pc:spChg>
        <pc:graphicFrameChg chg="mod">
          <ac:chgData name="longlonglin" userId="65e6c6b7-2d31-4c1d-9ef2-3b9132fd9160" providerId="ADAL" clId="{BED371A2-6AB9-1541-99F8-3F3C5F370B32}" dt="2023-10-16T08:35:12.625" v="212" actId="1076"/>
          <ac:graphicFrameMkLst>
            <pc:docMk/>
            <pc:sldMk cId="2333261" sldId="582"/>
            <ac:graphicFrameMk id="5" creationId="{EF4FA863-79BB-4104-9EF3-FC8019016FA0}"/>
          </ac:graphicFrameMkLst>
        </pc:graphicFrameChg>
      </pc:sldChg>
      <pc:sldChg chg="addSp modSp del mod modAnim">
        <pc:chgData name="longlonglin" userId="65e6c6b7-2d31-4c1d-9ef2-3b9132fd9160" providerId="ADAL" clId="{BED371A2-6AB9-1541-99F8-3F3C5F370B32}" dt="2023-10-19T15:13:27.372" v="282" actId="2696"/>
        <pc:sldMkLst>
          <pc:docMk/>
          <pc:sldMk cId="2221083850" sldId="583"/>
        </pc:sldMkLst>
        <pc:spChg chg="mod">
          <ac:chgData name="longlonglin" userId="65e6c6b7-2d31-4c1d-9ef2-3b9132fd9160" providerId="ADAL" clId="{BED371A2-6AB9-1541-99F8-3F3C5F370B32}" dt="2023-10-16T08:45:42.428" v="236" actId="20577"/>
          <ac:spMkLst>
            <pc:docMk/>
            <pc:sldMk cId="2221083850" sldId="583"/>
            <ac:spMk id="2" creationId="{5FE74D8C-07E5-48A9-8556-3DF9CF7EE52A}"/>
          </ac:spMkLst>
        </pc:spChg>
        <pc:spChg chg="add mod">
          <ac:chgData name="longlonglin" userId="65e6c6b7-2d31-4c1d-9ef2-3b9132fd9160" providerId="ADAL" clId="{BED371A2-6AB9-1541-99F8-3F3C5F370B32}" dt="2023-10-16T08:45:47.059" v="238" actId="1076"/>
          <ac:spMkLst>
            <pc:docMk/>
            <pc:sldMk cId="2221083850" sldId="583"/>
            <ac:spMk id="6" creationId="{CAB4701D-8110-E12A-CF83-18236548B2B9}"/>
          </ac:spMkLst>
        </pc:spChg>
        <pc:graphicFrameChg chg="mod">
          <ac:chgData name="longlonglin" userId="65e6c6b7-2d31-4c1d-9ef2-3b9132fd9160" providerId="ADAL" clId="{BED371A2-6AB9-1541-99F8-3F3C5F370B32}" dt="2023-10-16T08:45:45.010" v="237" actId="1076"/>
          <ac:graphicFrameMkLst>
            <pc:docMk/>
            <pc:sldMk cId="2221083850" sldId="583"/>
            <ac:graphicFrameMk id="4" creationId="{BFAA7453-C137-47E8-9D7C-EBB4EAC1F0C2}"/>
          </ac:graphicFrameMkLst>
        </pc:graphicFrameChg>
      </pc:sldChg>
      <pc:sldChg chg="addSp modSp">
        <pc:chgData name="longlonglin" userId="65e6c6b7-2d31-4c1d-9ef2-3b9132fd9160" providerId="ADAL" clId="{BED371A2-6AB9-1541-99F8-3F3C5F370B32}" dt="2023-10-19T15:17:02.906" v="296" actId="1076"/>
        <pc:sldMkLst>
          <pc:docMk/>
          <pc:sldMk cId="2352097203" sldId="584"/>
        </pc:sldMkLst>
        <pc:spChg chg="mod">
          <ac:chgData name="longlonglin" userId="65e6c6b7-2d31-4c1d-9ef2-3b9132fd9160" providerId="ADAL" clId="{BED371A2-6AB9-1541-99F8-3F3C5F370B32}" dt="2023-10-19T15:16:59.923" v="295" actId="1076"/>
          <ac:spMkLst>
            <pc:docMk/>
            <pc:sldMk cId="2352097203" sldId="584"/>
            <ac:spMk id="2" creationId="{5FE74D8C-07E5-48A9-8556-3DF9CF7EE52A}"/>
          </ac:spMkLst>
        </pc:spChg>
        <pc:picChg chg="add mod">
          <ac:chgData name="longlonglin" userId="65e6c6b7-2d31-4c1d-9ef2-3b9132fd9160" providerId="ADAL" clId="{BED371A2-6AB9-1541-99F8-3F3C5F370B32}" dt="2023-10-19T15:17:02.906" v="296" actId="1076"/>
          <ac:picMkLst>
            <pc:docMk/>
            <pc:sldMk cId="2352097203" sldId="584"/>
            <ac:picMk id="4" creationId="{AEBCDC14-C3B1-1710-4049-8179D3194F9D}"/>
          </ac:picMkLst>
        </pc:picChg>
      </pc:sldChg>
      <pc:sldChg chg="addSp delSp modSp mod delAnim modAnim">
        <pc:chgData name="longlonglin" userId="65e6c6b7-2d31-4c1d-9ef2-3b9132fd9160" providerId="ADAL" clId="{BED371A2-6AB9-1541-99F8-3F3C5F370B32}" dt="2023-10-19T15:09:43.806" v="269" actId="1076"/>
        <pc:sldMkLst>
          <pc:docMk/>
          <pc:sldMk cId="1467341725" sldId="589"/>
        </pc:sldMkLst>
        <pc:spChg chg="del">
          <ac:chgData name="longlonglin" userId="65e6c6b7-2d31-4c1d-9ef2-3b9132fd9160" providerId="ADAL" clId="{BED371A2-6AB9-1541-99F8-3F3C5F370B32}" dt="2023-10-19T15:09:21.672" v="262" actId="478"/>
          <ac:spMkLst>
            <pc:docMk/>
            <pc:sldMk cId="1467341725" sldId="589"/>
            <ac:spMk id="2" creationId="{5FE74D8C-07E5-48A9-8556-3DF9CF7EE52A}"/>
          </ac:spMkLst>
        </pc:spChg>
        <pc:spChg chg="add del mod">
          <ac:chgData name="longlonglin" userId="65e6c6b7-2d31-4c1d-9ef2-3b9132fd9160" providerId="ADAL" clId="{BED371A2-6AB9-1541-99F8-3F3C5F370B32}" dt="2023-10-19T15:09:24.216" v="263" actId="478"/>
          <ac:spMkLst>
            <pc:docMk/>
            <pc:sldMk cId="1467341725" sldId="589"/>
            <ac:spMk id="5" creationId="{B5D742F8-39B5-C7C5-FB0E-471B1130C5CA}"/>
          </ac:spMkLst>
        </pc:spChg>
        <pc:spChg chg="add del mod">
          <ac:chgData name="longlonglin" userId="65e6c6b7-2d31-4c1d-9ef2-3b9132fd9160" providerId="ADAL" clId="{BED371A2-6AB9-1541-99F8-3F3C5F370B32}" dt="2023-10-19T15:09:32.372" v="267" actId="478"/>
          <ac:spMkLst>
            <pc:docMk/>
            <pc:sldMk cId="1467341725" sldId="589"/>
            <ac:spMk id="6" creationId="{210C2EC7-2E51-AF46-E3AC-2EC9802689A3}"/>
          </ac:spMkLst>
        </pc:spChg>
        <pc:spChg chg="add mod">
          <ac:chgData name="longlonglin" userId="65e6c6b7-2d31-4c1d-9ef2-3b9132fd9160" providerId="ADAL" clId="{BED371A2-6AB9-1541-99F8-3F3C5F370B32}" dt="2023-10-19T15:09:43.806" v="269" actId="1076"/>
          <ac:spMkLst>
            <pc:docMk/>
            <pc:sldMk cId="1467341725" sldId="589"/>
            <ac:spMk id="8" creationId="{13FBE3B2-BFCB-D119-CDFD-60B84326257D}"/>
          </ac:spMkLst>
        </pc:spChg>
        <pc:graphicFrameChg chg="del modGraphic">
          <ac:chgData name="longlonglin" userId="65e6c6b7-2d31-4c1d-9ef2-3b9132fd9160" providerId="ADAL" clId="{BED371A2-6AB9-1541-99F8-3F3C5F370B32}" dt="2023-10-19T15:09:30.258" v="266" actId="478"/>
          <ac:graphicFrameMkLst>
            <pc:docMk/>
            <pc:sldMk cId="1467341725" sldId="589"/>
            <ac:graphicFrameMk id="4" creationId="{923E73EF-E0D7-4112-BB7E-93C1FCFA9F4B}"/>
          </ac:graphicFrameMkLst>
        </pc:graphicFrameChg>
      </pc:sldChg>
      <pc:sldChg chg="addSp delSp mod">
        <pc:chgData name="longlonglin" userId="65e6c6b7-2d31-4c1d-9ef2-3b9132fd9160" providerId="ADAL" clId="{BED371A2-6AB9-1541-99F8-3F3C5F370B32}" dt="2023-10-16T08:48:14.387" v="241" actId="478"/>
        <pc:sldMkLst>
          <pc:docMk/>
          <pc:sldMk cId="2206483193" sldId="617"/>
        </pc:sldMkLst>
        <pc:spChg chg="add del">
          <ac:chgData name="longlonglin" userId="65e6c6b7-2d31-4c1d-9ef2-3b9132fd9160" providerId="ADAL" clId="{BED371A2-6AB9-1541-99F8-3F3C5F370B32}" dt="2023-10-16T08:48:14.387" v="241" actId="478"/>
          <ac:spMkLst>
            <pc:docMk/>
            <pc:sldMk cId="2206483193" sldId="617"/>
            <ac:spMk id="7" creationId="{E614FA01-5BA9-E1E8-5C2A-3B1A1ED73822}"/>
          </ac:spMkLst>
        </pc:spChg>
      </pc:sldChg>
      <pc:sldChg chg="addSp modSp mod">
        <pc:chgData name="longlonglin" userId="65e6c6b7-2d31-4c1d-9ef2-3b9132fd9160" providerId="ADAL" clId="{BED371A2-6AB9-1541-99F8-3F3C5F370B32}" dt="2023-10-16T08:34:41.113" v="209" actId="1076"/>
        <pc:sldMkLst>
          <pc:docMk/>
          <pc:sldMk cId="1625784987" sldId="652"/>
        </pc:sldMkLst>
        <pc:spChg chg="add mod">
          <ac:chgData name="longlonglin" userId="65e6c6b7-2d31-4c1d-9ef2-3b9132fd9160" providerId="ADAL" clId="{BED371A2-6AB9-1541-99F8-3F3C5F370B32}" dt="2023-10-16T08:34:41.113" v="209" actId="1076"/>
          <ac:spMkLst>
            <pc:docMk/>
            <pc:sldMk cId="1625784987" sldId="652"/>
            <ac:spMk id="6" creationId="{4757813B-8AF9-675A-19D0-668839A3BF0D}"/>
          </ac:spMkLst>
        </pc:spChg>
      </pc:sldChg>
      <pc:sldChg chg="addSp delSp modSp mod">
        <pc:chgData name="longlonglin" userId="65e6c6b7-2d31-4c1d-9ef2-3b9132fd9160" providerId="ADAL" clId="{BED371A2-6AB9-1541-99F8-3F3C5F370B32}" dt="2023-10-19T15:14:30.207" v="292" actId="478"/>
        <pc:sldMkLst>
          <pc:docMk/>
          <pc:sldMk cId="3799733285" sldId="653"/>
        </pc:sldMkLst>
        <pc:spChg chg="add del mod">
          <ac:chgData name="longlonglin" userId="65e6c6b7-2d31-4c1d-9ef2-3b9132fd9160" providerId="ADAL" clId="{BED371A2-6AB9-1541-99F8-3F3C5F370B32}" dt="2023-10-16T08:45:15.486" v="230"/>
          <ac:spMkLst>
            <pc:docMk/>
            <pc:sldMk cId="3799733285" sldId="653"/>
            <ac:spMk id="6" creationId="{780A98BD-3E56-D76F-1124-E8CB9D4688A1}"/>
          </ac:spMkLst>
        </pc:spChg>
        <pc:spChg chg="add del mod">
          <ac:chgData name="longlonglin" userId="65e6c6b7-2d31-4c1d-9ef2-3b9132fd9160" providerId="ADAL" clId="{BED371A2-6AB9-1541-99F8-3F3C5F370B32}" dt="2023-10-19T15:12:57.491" v="281" actId="21"/>
          <ac:spMkLst>
            <pc:docMk/>
            <pc:sldMk cId="3799733285" sldId="653"/>
            <ac:spMk id="6" creationId="{A64C41A8-3122-6250-160B-76BE09EE09BF}"/>
          </ac:spMkLst>
        </pc:spChg>
        <pc:spChg chg="add del mod">
          <ac:chgData name="longlonglin" userId="65e6c6b7-2d31-4c1d-9ef2-3b9132fd9160" providerId="ADAL" clId="{BED371A2-6AB9-1541-99F8-3F3C5F370B32}" dt="2023-10-19T15:14:30.207" v="292" actId="478"/>
          <ac:spMkLst>
            <pc:docMk/>
            <pc:sldMk cId="3799733285" sldId="653"/>
            <ac:spMk id="7" creationId="{623C3E01-0174-9CEB-9EBA-02D8169B1242}"/>
          </ac:spMkLst>
        </pc:spChg>
        <pc:graphicFrameChg chg="mod">
          <ac:chgData name="longlonglin" userId="65e6c6b7-2d31-4c1d-9ef2-3b9132fd9160" providerId="ADAL" clId="{BED371A2-6AB9-1541-99F8-3F3C5F370B32}" dt="2023-10-16T08:44:17.309" v="225" actId="1076"/>
          <ac:graphicFrameMkLst>
            <pc:docMk/>
            <pc:sldMk cId="3799733285" sldId="653"/>
            <ac:graphicFrameMk id="4" creationId="{E498331E-667A-42B8-9DC2-8C2B54892859}"/>
          </ac:graphicFrameMkLst>
        </pc:graphicFrameChg>
      </pc:sldChg>
      <pc:sldChg chg="modSp add del mod">
        <pc:chgData name="longlonglin" userId="65e6c6b7-2d31-4c1d-9ef2-3b9132fd9160" providerId="ADAL" clId="{BED371A2-6AB9-1541-99F8-3F3C5F370B32}" dt="2023-10-16T08:12:34.750" v="6" actId="2696"/>
        <pc:sldMkLst>
          <pc:docMk/>
          <pc:sldMk cId="2363488014" sldId="658"/>
        </pc:sldMkLst>
        <pc:spChg chg="mod">
          <ac:chgData name="longlonglin" userId="65e6c6b7-2d31-4c1d-9ef2-3b9132fd9160" providerId="ADAL" clId="{BED371A2-6AB9-1541-99F8-3F3C5F370B32}" dt="2023-10-16T08:12:29.036" v="4" actId="20577"/>
          <ac:spMkLst>
            <pc:docMk/>
            <pc:sldMk cId="2363488014" sldId="658"/>
            <ac:spMk id="5" creationId="{2B75B0B3-9C45-43B9-B23D-D3FD629246B1}"/>
          </ac:spMkLst>
        </pc:spChg>
      </pc:sldChg>
      <pc:sldChg chg="modSp new mod">
        <pc:chgData name="longlonglin" userId="65e6c6b7-2d31-4c1d-9ef2-3b9132fd9160" providerId="ADAL" clId="{BED371A2-6AB9-1541-99F8-3F3C5F370B32}" dt="2023-10-16T08:18:03.201" v="30" actId="20577"/>
        <pc:sldMkLst>
          <pc:docMk/>
          <pc:sldMk cId="3203724553" sldId="659"/>
        </pc:sldMkLst>
        <pc:spChg chg="mod">
          <ac:chgData name="longlonglin" userId="65e6c6b7-2d31-4c1d-9ef2-3b9132fd9160" providerId="ADAL" clId="{BED371A2-6AB9-1541-99F8-3F3C5F370B32}" dt="2023-10-16T08:18:03.201" v="30" actId="20577"/>
          <ac:spMkLst>
            <pc:docMk/>
            <pc:sldMk cId="3203724553" sldId="659"/>
            <ac:spMk id="2" creationId="{78769C16-9379-1FA4-766B-F7BD9F87D595}"/>
          </ac:spMkLst>
        </pc:spChg>
        <pc:spChg chg="mod">
          <ac:chgData name="longlonglin" userId="65e6c6b7-2d31-4c1d-9ef2-3b9132fd9160" providerId="ADAL" clId="{BED371A2-6AB9-1541-99F8-3F3C5F370B32}" dt="2023-10-16T08:12:56.615" v="8"/>
          <ac:spMkLst>
            <pc:docMk/>
            <pc:sldMk cId="3203724553" sldId="659"/>
            <ac:spMk id="3" creationId="{46480538-82AA-523A-4E1E-FF73CDC19ADB}"/>
          </ac:spMkLst>
        </pc:spChg>
      </pc:sldChg>
      <pc:sldChg chg="modSp add mod">
        <pc:chgData name="longlonglin" userId="65e6c6b7-2d31-4c1d-9ef2-3b9132fd9160" providerId="ADAL" clId="{BED371A2-6AB9-1541-99F8-3F3C5F370B32}" dt="2023-10-16T08:18:21.872" v="35" actId="12"/>
        <pc:sldMkLst>
          <pc:docMk/>
          <pc:sldMk cId="95344767" sldId="660"/>
        </pc:sldMkLst>
        <pc:spChg chg="mod">
          <ac:chgData name="longlonglin" userId="65e6c6b7-2d31-4c1d-9ef2-3b9132fd9160" providerId="ADAL" clId="{BED371A2-6AB9-1541-99F8-3F3C5F370B32}" dt="2023-10-16T08:18:21.872" v="35" actId="12"/>
          <ac:spMkLst>
            <pc:docMk/>
            <pc:sldMk cId="95344767" sldId="660"/>
            <ac:spMk id="2" creationId="{78769C16-9379-1FA4-766B-F7BD9F87D595}"/>
          </ac:spMkLst>
        </pc:spChg>
        <pc:spChg chg="mod">
          <ac:chgData name="longlonglin" userId="65e6c6b7-2d31-4c1d-9ef2-3b9132fd9160" providerId="ADAL" clId="{BED371A2-6AB9-1541-99F8-3F3C5F370B32}" dt="2023-10-16T08:16:05.117" v="25"/>
          <ac:spMkLst>
            <pc:docMk/>
            <pc:sldMk cId="95344767" sldId="660"/>
            <ac:spMk id="3" creationId="{46480538-82AA-523A-4E1E-FF73CDC19ADB}"/>
          </ac:spMkLst>
        </pc:spChg>
      </pc:sldChg>
      <pc:sldChg chg="addSp modSp add mod">
        <pc:chgData name="longlonglin" userId="65e6c6b7-2d31-4c1d-9ef2-3b9132fd9160" providerId="ADAL" clId="{BED371A2-6AB9-1541-99F8-3F3C5F370B32}" dt="2023-10-16T08:19:06.117" v="42" actId="1076"/>
        <pc:sldMkLst>
          <pc:docMk/>
          <pc:sldMk cId="212507974" sldId="661"/>
        </pc:sldMkLst>
        <pc:spChg chg="mod">
          <ac:chgData name="longlonglin" userId="65e6c6b7-2d31-4c1d-9ef2-3b9132fd9160" providerId="ADAL" clId="{BED371A2-6AB9-1541-99F8-3F3C5F370B32}" dt="2023-10-16T08:18:57.107" v="39"/>
          <ac:spMkLst>
            <pc:docMk/>
            <pc:sldMk cId="212507974" sldId="661"/>
            <ac:spMk id="2" creationId="{78769C16-9379-1FA4-766B-F7BD9F87D595}"/>
          </ac:spMkLst>
        </pc:spChg>
        <pc:picChg chg="add mod">
          <ac:chgData name="longlonglin" userId="65e6c6b7-2d31-4c1d-9ef2-3b9132fd9160" providerId="ADAL" clId="{BED371A2-6AB9-1541-99F8-3F3C5F370B32}" dt="2023-10-16T08:19:06.117" v="42" actId="1076"/>
          <ac:picMkLst>
            <pc:docMk/>
            <pc:sldMk cId="212507974" sldId="661"/>
            <ac:picMk id="4" creationId="{BC84CAC5-A93F-339C-68BE-26C07FA36557}"/>
          </ac:picMkLst>
        </pc:picChg>
        <pc:picChg chg="add mod">
          <ac:chgData name="longlonglin" userId="65e6c6b7-2d31-4c1d-9ef2-3b9132fd9160" providerId="ADAL" clId="{BED371A2-6AB9-1541-99F8-3F3C5F370B32}" dt="2023-10-16T08:19:06.117" v="42" actId="1076"/>
          <ac:picMkLst>
            <pc:docMk/>
            <pc:sldMk cId="212507974" sldId="661"/>
            <ac:picMk id="5" creationId="{F0D17E2B-7006-FE55-E818-5062B1A9C620}"/>
          </ac:picMkLst>
        </pc:picChg>
      </pc:sldChg>
      <pc:sldChg chg="addSp delSp modSp add mod">
        <pc:chgData name="longlonglin" userId="65e6c6b7-2d31-4c1d-9ef2-3b9132fd9160" providerId="ADAL" clId="{BED371A2-6AB9-1541-99F8-3F3C5F370B32}" dt="2023-10-16T08:20:43.337" v="85" actId="20577"/>
        <pc:sldMkLst>
          <pc:docMk/>
          <pc:sldMk cId="674095088" sldId="662"/>
        </pc:sldMkLst>
        <pc:spChg chg="mod">
          <ac:chgData name="longlonglin" userId="65e6c6b7-2d31-4c1d-9ef2-3b9132fd9160" providerId="ADAL" clId="{BED371A2-6AB9-1541-99F8-3F3C5F370B32}" dt="2023-10-16T08:20:43.337" v="85" actId="20577"/>
          <ac:spMkLst>
            <pc:docMk/>
            <pc:sldMk cId="674095088" sldId="662"/>
            <ac:spMk id="2" creationId="{78769C16-9379-1FA4-766B-F7BD9F87D595}"/>
          </ac:spMkLst>
        </pc:spChg>
        <pc:picChg chg="del">
          <ac:chgData name="longlonglin" userId="65e6c6b7-2d31-4c1d-9ef2-3b9132fd9160" providerId="ADAL" clId="{BED371A2-6AB9-1541-99F8-3F3C5F370B32}" dt="2023-10-16T08:19:16.560" v="46" actId="478"/>
          <ac:picMkLst>
            <pc:docMk/>
            <pc:sldMk cId="674095088" sldId="662"/>
            <ac:picMk id="4" creationId="{BC84CAC5-A93F-339C-68BE-26C07FA36557}"/>
          </ac:picMkLst>
        </pc:picChg>
        <pc:picChg chg="del">
          <ac:chgData name="longlonglin" userId="65e6c6b7-2d31-4c1d-9ef2-3b9132fd9160" providerId="ADAL" clId="{BED371A2-6AB9-1541-99F8-3F3C5F370B32}" dt="2023-10-16T08:19:17.200" v="47" actId="478"/>
          <ac:picMkLst>
            <pc:docMk/>
            <pc:sldMk cId="674095088" sldId="662"/>
            <ac:picMk id="5" creationId="{F0D17E2B-7006-FE55-E818-5062B1A9C620}"/>
          </ac:picMkLst>
        </pc:picChg>
        <pc:picChg chg="add mod">
          <ac:chgData name="longlonglin" userId="65e6c6b7-2d31-4c1d-9ef2-3b9132fd9160" providerId="ADAL" clId="{BED371A2-6AB9-1541-99F8-3F3C5F370B32}" dt="2023-10-16T08:20:42.067" v="82" actId="1076"/>
          <ac:picMkLst>
            <pc:docMk/>
            <pc:sldMk cId="674095088" sldId="662"/>
            <ac:picMk id="6" creationId="{9BFF384A-D169-E630-7DB6-4D0469D953B3}"/>
          </ac:picMkLst>
        </pc:picChg>
        <pc:picChg chg="add del mod">
          <ac:chgData name="longlonglin" userId="65e6c6b7-2d31-4c1d-9ef2-3b9132fd9160" providerId="ADAL" clId="{BED371A2-6AB9-1541-99F8-3F3C5F370B32}" dt="2023-10-16T08:20:41.152" v="80"/>
          <ac:picMkLst>
            <pc:docMk/>
            <pc:sldMk cId="674095088" sldId="662"/>
            <ac:picMk id="7" creationId="{14348FB1-B97D-20D7-2718-7BDE3628B6E3}"/>
          </ac:picMkLst>
        </pc:picChg>
      </pc:sldChg>
      <pc:sldChg chg="addSp delSp modSp add mod">
        <pc:chgData name="longlonglin" userId="65e6c6b7-2d31-4c1d-9ef2-3b9132fd9160" providerId="ADAL" clId="{BED371A2-6AB9-1541-99F8-3F3C5F370B32}" dt="2023-10-16T08:20:43.766" v="86" actId="21"/>
        <pc:sldMkLst>
          <pc:docMk/>
          <pc:sldMk cId="118226158" sldId="663"/>
        </pc:sldMkLst>
        <pc:spChg chg="mod">
          <ac:chgData name="longlonglin" userId="65e6c6b7-2d31-4c1d-9ef2-3b9132fd9160" providerId="ADAL" clId="{BED371A2-6AB9-1541-99F8-3F3C5F370B32}" dt="2023-10-16T08:20:43.766" v="86" actId="21"/>
          <ac:spMkLst>
            <pc:docMk/>
            <pc:sldMk cId="118226158" sldId="663"/>
            <ac:spMk id="2" creationId="{78769C16-9379-1FA4-766B-F7BD9F87D595}"/>
          </ac:spMkLst>
        </pc:spChg>
        <pc:picChg chg="del">
          <ac:chgData name="longlonglin" userId="65e6c6b7-2d31-4c1d-9ef2-3b9132fd9160" providerId="ADAL" clId="{BED371A2-6AB9-1541-99F8-3F3C5F370B32}" dt="2023-10-16T08:19:51.224" v="53" actId="478"/>
          <ac:picMkLst>
            <pc:docMk/>
            <pc:sldMk cId="118226158" sldId="663"/>
            <ac:picMk id="4" creationId="{BC84CAC5-A93F-339C-68BE-26C07FA36557}"/>
          </ac:picMkLst>
        </pc:picChg>
        <pc:picChg chg="del">
          <ac:chgData name="longlonglin" userId="65e6c6b7-2d31-4c1d-9ef2-3b9132fd9160" providerId="ADAL" clId="{BED371A2-6AB9-1541-99F8-3F3C5F370B32}" dt="2023-10-16T08:19:51.898" v="54" actId="478"/>
          <ac:picMkLst>
            <pc:docMk/>
            <pc:sldMk cId="118226158" sldId="663"/>
            <ac:picMk id="5" creationId="{F0D17E2B-7006-FE55-E818-5062B1A9C620}"/>
          </ac:picMkLst>
        </pc:picChg>
        <pc:picChg chg="add mod">
          <ac:chgData name="longlonglin" userId="65e6c6b7-2d31-4c1d-9ef2-3b9132fd9160" providerId="ADAL" clId="{BED371A2-6AB9-1541-99F8-3F3C5F370B32}" dt="2023-10-16T08:19:58.567" v="56" actId="1076"/>
          <ac:picMkLst>
            <pc:docMk/>
            <pc:sldMk cId="118226158" sldId="663"/>
            <ac:picMk id="6" creationId="{7186472E-0818-A9D3-63C0-8BCEF2DAB0A1}"/>
          </ac:picMkLst>
        </pc:picChg>
      </pc:sldChg>
      <pc:sldChg chg="addSp delSp modSp add mod">
        <pc:chgData name="longlonglin" userId="65e6c6b7-2d31-4c1d-9ef2-3b9132fd9160" providerId="ADAL" clId="{BED371A2-6AB9-1541-99F8-3F3C5F370B32}" dt="2023-10-16T08:21:41.119" v="102" actId="1076"/>
        <pc:sldMkLst>
          <pc:docMk/>
          <pc:sldMk cId="1546576484" sldId="664"/>
        </pc:sldMkLst>
        <pc:spChg chg="mod">
          <ac:chgData name="longlonglin" userId="65e6c6b7-2d31-4c1d-9ef2-3b9132fd9160" providerId="ADAL" clId="{BED371A2-6AB9-1541-99F8-3F3C5F370B32}" dt="2023-10-16T08:21:33.963" v="99" actId="20577"/>
          <ac:spMkLst>
            <pc:docMk/>
            <pc:sldMk cId="1546576484" sldId="664"/>
            <ac:spMk id="2" creationId="{78769C16-9379-1FA4-766B-F7BD9F87D595}"/>
          </ac:spMkLst>
        </pc:spChg>
        <pc:picChg chg="add mod">
          <ac:chgData name="longlonglin" userId="65e6c6b7-2d31-4c1d-9ef2-3b9132fd9160" providerId="ADAL" clId="{BED371A2-6AB9-1541-99F8-3F3C5F370B32}" dt="2023-10-16T08:21:41.119" v="102" actId="1076"/>
          <ac:picMkLst>
            <pc:docMk/>
            <pc:sldMk cId="1546576484" sldId="664"/>
            <ac:picMk id="4" creationId="{0319A994-C297-B87C-03C0-24DC1F96A438}"/>
          </ac:picMkLst>
        </pc:picChg>
        <pc:picChg chg="del">
          <ac:chgData name="longlonglin" userId="65e6c6b7-2d31-4c1d-9ef2-3b9132fd9160" providerId="ADAL" clId="{BED371A2-6AB9-1541-99F8-3F3C5F370B32}" dt="2023-10-16T08:21:39.315" v="100" actId="478"/>
          <ac:picMkLst>
            <pc:docMk/>
            <pc:sldMk cId="1546576484" sldId="664"/>
            <ac:picMk id="6" creationId="{7186472E-0818-A9D3-63C0-8BCEF2DAB0A1}"/>
          </ac:picMkLst>
        </pc:picChg>
      </pc:sldChg>
      <pc:sldChg chg="addSp delSp modSp add mod ord">
        <pc:chgData name="longlonglin" userId="65e6c6b7-2d31-4c1d-9ef2-3b9132fd9160" providerId="ADAL" clId="{BED371A2-6AB9-1541-99F8-3F3C5F370B32}" dt="2023-10-16T08:21:12.426" v="94" actId="20578"/>
        <pc:sldMkLst>
          <pc:docMk/>
          <pc:sldMk cId="1582721054" sldId="665"/>
        </pc:sldMkLst>
        <pc:spChg chg="mod">
          <ac:chgData name="longlonglin" userId="65e6c6b7-2d31-4c1d-9ef2-3b9132fd9160" providerId="ADAL" clId="{BED371A2-6AB9-1541-99F8-3F3C5F370B32}" dt="2023-10-16T08:21:01.073" v="91"/>
          <ac:spMkLst>
            <pc:docMk/>
            <pc:sldMk cId="1582721054" sldId="665"/>
            <ac:spMk id="2" creationId="{78769C16-9379-1FA4-766B-F7BD9F87D595}"/>
          </ac:spMkLst>
        </pc:spChg>
        <pc:picChg chg="add mod">
          <ac:chgData name="longlonglin" userId="65e6c6b7-2d31-4c1d-9ef2-3b9132fd9160" providerId="ADAL" clId="{BED371A2-6AB9-1541-99F8-3F3C5F370B32}" dt="2023-10-16T08:21:07.467" v="93" actId="1076"/>
          <ac:picMkLst>
            <pc:docMk/>
            <pc:sldMk cId="1582721054" sldId="665"/>
            <ac:picMk id="4" creationId="{24F5F9E6-78B0-DE03-6A83-D7566EF25373}"/>
          </ac:picMkLst>
        </pc:picChg>
        <pc:picChg chg="del">
          <ac:chgData name="longlonglin" userId="65e6c6b7-2d31-4c1d-9ef2-3b9132fd9160" providerId="ADAL" clId="{BED371A2-6AB9-1541-99F8-3F3C5F370B32}" dt="2023-10-16T08:20:49.244" v="89" actId="478"/>
          <ac:picMkLst>
            <pc:docMk/>
            <pc:sldMk cId="1582721054" sldId="665"/>
            <ac:picMk id="6" creationId="{7186472E-0818-A9D3-63C0-8BCEF2DAB0A1}"/>
          </ac:picMkLst>
        </pc:picChg>
      </pc:sldChg>
      <pc:sldChg chg="addSp delSp modSp add mod">
        <pc:chgData name="longlonglin" userId="65e6c6b7-2d31-4c1d-9ef2-3b9132fd9160" providerId="ADAL" clId="{BED371A2-6AB9-1541-99F8-3F3C5F370B32}" dt="2023-10-16T08:22:09.342" v="108" actId="1076"/>
        <pc:sldMkLst>
          <pc:docMk/>
          <pc:sldMk cId="212067340" sldId="666"/>
        </pc:sldMkLst>
        <pc:spChg chg="mod">
          <ac:chgData name="longlonglin" userId="65e6c6b7-2d31-4c1d-9ef2-3b9132fd9160" providerId="ADAL" clId="{BED371A2-6AB9-1541-99F8-3F3C5F370B32}" dt="2023-10-16T08:21:59.434" v="103"/>
          <ac:spMkLst>
            <pc:docMk/>
            <pc:sldMk cId="212067340" sldId="666"/>
            <ac:spMk id="2" creationId="{78769C16-9379-1FA4-766B-F7BD9F87D595}"/>
          </ac:spMkLst>
        </pc:spChg>
        <pc:picChg chg="add mod">
          <ac:chgData name="longlonglin" userId="65e6c6b7-2d31-4c1d-9ef2-3b9132fd9160" providerId="ADAL" clId="{BED371A2-6AB9-1541-99F8-3F3C5F370B32}" dt="2023-10-16T08:22:09.342" v="108" actId="1076"/>
          <ac:picMkLst>
            <pc:docMk/>
            <pc:sldMk cId="212067340" sldId="666"/>
            <ac:picMk id="4" creationId="{209BEB9B-D1F2-F456-C41F-394273D04D01}"/>
          </ac:picMkLst>
        </pc:picChg>
        <pc:picChg chg="del">
          <ac:chgData name="longlonglin" userId="65e6c6b7-2d31-4c1d-9ef2-3b9132fd9160" providerId="ADAL" clId="{BED371A2-6AB9-1541-99F8-3F3C5F370B32}" dt="2023-10-16T08:22:01.109" v="104" actId="478"/>
          <ac:picMkLst>
            <pc:docMk/>
            <pc:sldMk cId="212067340" sldId="666"/>
            <ac:picMk id="6" creationId="{7186472E-0818-A9D3-63C0-8BCEF2DAB0A1}"/>
          </ac:picMkLst>
        </pc:picChg>
      </pc:sldChg>
      <pc:sldChg chg="addSp delSp modSp add mod">
        <pc:chgData name="longlonglin" userId="65e6c6b7-2d31-4c1d-9ef2-3b9132fd9160" providerId="ADAL" clId="{BED371A2-6AB9-1541-99F8-3F3C5F370B32}" dt="2023-10-16T08:24:33.895" v="139" actId="20577"/>
        <pc:sldMkLst>
          <pc:docMk/>
          <pc:sldMk cId="3531314945" sldId="667"/>
        </pc:sldMkLst>
        <pc:spChg chg="mod">
          <ac:chgData name="longlonglin" userId="65e6c6b7-2d31-4c1d-9ef2-3b9132fd9160" providerId="ADAL" clId="{BED371A2-6AB9-1541-99F8-3F3C5F370B32}" dt="2023-10-16T08:24:33.895" v="139" actId="20577"/>
          <ac:spMkLst>
            <pc:docMk/>
            <pc:sldMk cId="3531314945" sldId="667"/>
            <ac:spMk id="2" creationId="{78769C16-9379-1FA4-766B-F7BD9F87D595}"/>
          </ac:spMkLst>
        </pc:spChg>
        <pc:picChg chg="add mod">
          <ac:chgData name="longlonglin" userId="65e6c6b7-2d31-4c1d-9ef2-3b9132fd9160" providerId="ADAL" clId="{BED371A2-6AB9-1541-99F8-3F3C5F370B32}" dt="2023-10-16T08:24:23.484" v="113" actId="1076"/>
          <ac:picMkLst>
            <pc:docMk/>
            <pc:sldMk cId="3531314945" sldId="667"/>
            <ac:picMk id="4" creationId="{580D528C-33C9-BABF-AB39-0D7B04EE1D55}"/>
          </ac:picMkLst>
        </pc:picChg>
        <pc:picChg chg="del">
          <ac:chgData name="longlonglin" userId="65e6c6b7-2d31-4c1d-9ef2-3b9132fd9160" providerId="ADAL" clId="{BED371A2-6AB9-1541-99F8-3F3C5F370B32}" dt="2023-10-16T08:22:26.257" v="110" actId="478"/>
          <ac:picMkLst>
            <pc:docMk/>
            <pc:sldMk cId="3531314945" sldId="667"/>
            <ac:picMk id="6" creationId="{7186472E-0818-A9D3-63C0-8BCEF2DAB0A1}"/>
          </ac:picMkLst>
        </pc:picChg>
      </pc:sldChg>
      <pc:sldChg chg="addSp modSp add mod modAnim">
        <pc:chgData name="longlonglin" userId="65e6c6b7-2d31-4c1d-9ef2-3b9132fd9160" providerId="ADAL" clId="{BED371A2-6AB9-1541-99F8-3F3C5F370B32}" dt="2023-10-19T15:08:37.792" v="260"/>
        <pc:sldMkLst>
          <pc:docMk/>
          <pc:sldMk cId="2479594427" sldId="668"/>
        </pc:sldMkLst>
        <pc:spChg chg="mod">
          <ac:chgData name="longlonglin" userId="65e6c6b7-2d31-4c1d-9ef2-3b9132fd9160" providerId="ADAL" clId="{BED371A2-6AB9-1541-99F8-3F3C5F370B32}" dt="2023-10-16T08:32:37.297" v="204" actId="20577"/>
          <ac:spMkLst>
            <pc:docMk/>
            <pc:sldMk cId="2479594427" sldId="668"/>
            <ac:spMk id="2" creationId="{5FE74D8C-07E5-48A9-8556-3DF9CF7EE52A}"/>
          </ac:spMkLst>
        </pc:spChg>
        <pc:spChg chg="add mod">
          <ac:chgData name="longlonglin" userId="65e6c6b7-2d31-4c1d-9ef2-3b9132fd9160" providerId="ADAL" clId="{BED371A2-6AB9-1541-99F8-3F3C5F370B32}" dt="2023-10-19T15:08:37.792" v="260"/>
          <ac:spMkLst>
            <pc:docMk/>
            <pc:sldMk cId="2479594427" sldId="668"/>
            <ac:spMk id="6" creationId="{EDD33CAA-2CB8-5D84-A020-B32338BEC77B}"/>
          </ac:spMkLst>
        </pc:spChg>
        <pc:graphicFrameChg chg="mod">
          <ac:chgData name="longlonglin" userId="65e6c6b7-2d31-4c1d-9ef2-3b9132fd9160" providerId="ADAL" clId="{BED371A2-6AB9-1541-99F8-3F3C5F370B32}" dt="2023-10-16T08:31:04.578" v="185" actId="1076"/>
          <ac:graphicFrameMkLst>
            <pc:docMk/>
            <pc:sldMk cId="2479594427" sldId="668"/>
            <ac:graphicFrameMk id="4" creationId="{2207D4D5-A8D6-457D-A87D-195001F28310}"/>
          </ac:graphicFrameMkLst>
        </pc:graphicFrameChg>
      </pc:sldChg>
      <pc:sldChg chg="delSp add mod ord">
        <pc:chgData name="longlonglin" userId="65e6c6b7-2d31-4c1d-9ef2-3b9132fd9160" providerId="ADAL" clId="{BED371A2-6AB9-1541-99F8-3F3C5F370B32}" dt="2023-10-16T08:45:33.768" v="235" actId="20578"/>
        <pc:sldMkLst>
          <pc:docMk/>
          <pc:sldMk cId="3559016822" sldId="669"/>
        </pc:sldMkLst>
        <pc:spChg chg="del">
          <ac:chgData name="longlonglin" userId="65e6c6b7-2d31-4c1d-9ef2-3b9132fd9160" providerId="ADAL" clId="{BED371A2-6AB9-1541-99F8-3F3C5F370B32}" dt="2023-10-16T08:45:30.784" v="234" actId="478"/>
          <ac:spMkLst>
            <pc:docMk/>
            <pc:sldMk cId="3559016822" sldId="669"/>
            <ac:spMk id="6" creationId="{CAB4701D-8110-E12A-CF83-18236548B2B9}"/>
          </ac:spMkLst>
        </pc:spChg>
      </pc:sldChg>
      <pc:sldChg chg="delSp modSp add del mod delAnim modAnim">
        <pc:chgData name="longlonglin" userId="65e6c6b7-2d31-4c1d-9ef2-3b9132fd9160" providerId="ADAL" clId="{BED371A2-6AB9-1541-99F8-3F3C5F370B32}" dt="2023-10-16T08:43:43.873" v="224" actId="2696"/>
        <pc:sldMkLst>
          <pc:docMk/>
          <pc:sldMk cId="4271969385" sldId="669"/>
        </pc:sldMkLst>
        <pc:spChg chg="mod">
          <ac:chgData name="longlonglin" userId="65e6c6b7-2d31-4c1d-9ef2-3b9132fd9160" providerId="ADAL" clId="{BED371A2-6AB9-1541-99F8-3F3C5F370B32}" dt="2023-10-16T08:39:33.221" v="221"/>
          <ac:spMkLst>
            <pc:docMk/>
            <pc:sldMk cId="4271969385" sldId="669"/>
            <ac:spMk id="2" creationId="{5FE74D8C-07E5-48A9-8556-3DF9CF7EE52A}"/>
          </ac:spMkLst>
        </pc:spChg>
        <pc:spChg chg="del">
          <ac:chgData name="longlonglin" userId="65e6c6b7-2d31-4c1d-9ef2-3b9132fd9160" providerId="ADAL" clId="{BED371A2-6AB9-1541-99F8-3F3C5F370B32}" dt="2023-10-16T08:38:25.465" v="218" actId="478"/>
          <ac:spMkLst>
            <pc:docMk/>
            <pc:sldMk cId="4271969385" sldId="669"/>
            <ac:spMk id="6" creationId="{210C2EC7-2E51-AF46-E3AC-2EC9802689A3}"/>
          </ac:spMkLst>
        </pc:spChg>
        <pc:graphicFrameChg chg="del">
          <ac:chgData name="longlonglin" userId="65e6c6b7-2d31-4c1d-9ef2-3b9132fd9160" providerId="ADAL" clId="{BED371A2-6AB9-1541-99F8-3F3C5F370B32}" dt="2023-10-16T08:38:23.579" v="217" actId="478"/>
          <ac:graphicFrameMkLst>
            <pc:docMk/>
            <pc:sldMk cId="4271969385" sldId="669"/>
            <ac:graphicFrameMk id="4" creationId="{923E73EF-E0D7-4112-BB7E-93C1FCFA9F4B}"/>
          </ac:graphicFrameMkLst>
        </pc:graphicFrameChg>
      </pc:sldChg>
      <pc:sldChg chg="addSp delSp modSp add mod delAnim modAnim">
        <pc:chgData name="longlonglin" userId="65e6c6b7-2d31-4c1d-9ef2-3b9132fd9160" providerId="ADAL" clId="{BED371A2-6AB9-1541-99F8-3F3C5F370B32}" dt="2023-10-19T15:20:51.841" v="320" actId="20577"/>
        <pc:sldMkLst>
          <pc:docMk/>
          <pc:sldMk cId="2076406277" sldId="670"/>
        </pc:sldMkLst>
        <pc:spChg chg="del mod">
          <ac:chgData name="longlonglin" userId="65e6c6b7-2d31-4c1d-9ef2-3b9132fd9160" providerId="ADAL" clId="{BED371A2-6AB9-1541-99F8-3F3C5F370B32}" dt="2023-10-19T15:18:42.464" v="298" actId="478"/>
          <ac:spMkLst>
            <pc:docMk/>
            <pc:sldMk cId="2076406277" sldId="670"/>
            <ac:spMk id="2" creationId="{5FE74D8C-07E5-48A9-8556-3DF9CF7EE52A}"/>
          </ac:spMkLst>
        </pc:spChg>
        <pc:spChg chg="add del mod">
          <ac:chgData name="longlonglin" userId="65e6c6b7-2d31-4c1d-9ef2-3b9132fd9160" providerId="ADAL" clId="{BED371A2-6AB9-1541-99F8-3F3C5F370B32}" dt="2023-10-19T15:18:44.702" v="299" actId="478"/>
          <ac:spMkLst>
            <pc:docMk/>
            <pc:sldMk cId="2076406277" sldId="670"/>
            <ac:spMk id="4" creationId="{FD911B99-1C01-F4ED-752A-D28AC376C9A3}"/>
          </ac:spMkLst>
        </pc:spChg>
        <pc:spChg chg="del mod">
          <ac:chgData name="longlonglin" userId="65e6c6b7-2d31-4c1d-9ef2-3b9132fd9160" providerId="ADAL" clId="{BED371A2-6AB9-1541-99F8-3F3C5F370B32}" dt="2023-10-16T08:48:58.930" v="258"/>
          <ac:spMkLst>
            <pc:docMk/>
            <pc:sldMk cId="2076406277" sldId="670"/>
            <ac:spMk id="5" creationId="{FF663BFE-D8DA-4C3E-86BC-5D6D57BF99C2}"/>
          </ac:spMkLst>
        </pc:spChg>
        <pc:spChg chg="add mod">
          <ac:chgData name="longlonglin" userId="65e6c6b7-2d31-4c1d-9ef2-3b9132fd9160" providerId="ADAL" clId="{BED371A2-6AB9-1541-99F8-3F3C5F370B32}" dt="2023-10-19T15:20:51.841" v="320" actId="20577"/>
          <ac:spMkLst>
            <pc:docMk/>
            <pc:sldMk cId="2076406277" sldId="670"/>
            <ac:spMk id="6" creationId="{2F5B9290-3BCE-B07D-7E6B-93C2F1EDE4A7}"/>
          </ac:spMkLst>
        </pc:spChg>
        <pc:spChg chg="del mod">
          <ac:chgData name="longlonglin" userId="65e6c6b7-2d31-4c1d-9ef2-3b9132fd9160" providerId="ADAL" clId="{BED371A2-6AB9-1541-99F8-3F3C5F370B32}" dt="2023-10-16T08:48:57.879" v="256"/>
          <ac:spMkLst>
            <pc:docMk/>
            <pc:sldMk cId="2076406277" sldId="670"/>
            <ac:spMk id="7" creationId="{E614FA01-5BA9-E1E8-5C2A-3B1A1ED73822}"/>
          </ac:spMkLst>
        </pc:spChg>
        <pc:graphicFrameChg chg="del mod modGraphic">
          <ac:chgData name="longlonglin" userId="65e6c6b7-2d31-4c1d-9ef2-3b9132fd9160" providerId="ADAL" clId="{BED371A2-6AB9-1541-99F8-3F3C5F370B32}" dt="2023-10-16T08:48:53.774" v="253" actId="478"/>
          <ac:graphicFrameMkLst>
            <pc:docMk/>
            <pc:sldMk cId="2076406277" sldId="670"/>
            <ac:graphicFrameMk id="4" creationId="{BB1B3EE6-407F-4A22-A9DB-9F1716EE78AE}"/>
          </ac:graphicFrameMkLst>
        </pc:graphicFrameChg>
      </pc:sldChg>
      <pc:sldChg chg="add">
        <pc:chgData name="longlonglin" userId="65e6c6b7-2d31-4c1d-9ef2-3b9132fd9160" providerId="ADAL" clId="{BED371A2-6AB9-1541-99F8-3F3C5F370B32}" dt="2023-10-19T15:09:15.468" v="261"/>
        <pc:sldMkLst>
          <pc:docMk/>
          <pc:sldMk cId="3562507006" sldId="671"/>
        </pc:sldMkLst>
      </pc:sldChg>
      <pc:sldChg chg="addSp delSp modSp add mod delAnim modAnim">
        <pc:chgData name="longlonglin" userId="65e6c6b7-2d31-4c1d-9ef2-3b9132fd9160" providerId="ADAL" clId="{BED371A2-6AB9-1541-99F8-3F3C5F370B32}" dt="2023-10-19T15:20:42.273" v="313" actId="20577"/>
        <pc:sldMkLst>
          <pc:docMk/>
          <pc:sldMk cId="2332997978" sldId="672"/>
        </pc:sldMkLst>
        <pc:spChg chg="del">
          <ac:chgData name="longlonglin" userId="65e6c6b7-2d31-4c1d-9ef2-3b9132fd9160" providerId="ADAL" clId="{BED371A2-6AB9-1541-99F8-3F3C5F370B32}" dt="2023-10-19T15:14:08.481" v="287" actId="478"/>
          <ac:spMkLst>
            <pc:docMk/>
            <pc:sldMk cId="2332997978" sldId="672"/>
            <ac:spMk id="2" creationId="{5FE74D8C-07E5-48A9-8556-3DF9CF7EE52A}"/>
          </ac:spMkLst>
        </pc:spChg>
        <pc:spChg chg="add del mod">
          <ac:chgData name="longlonglin" userId="65e6c6b7-2d31-4c1d-9ef2-3b9132fd9160" providerId="ADAL" clId="{BED371A2-6AB9-1541-99F8-3F3C5F370B32}" dt="2023-10-19T15:14:10.852" v="288" actId="478"/>
          <ac:spMkLst>
            <pc:docMk/>
            <pc:sldMk cId="2332997978" sldId="672"/>
            <ac:spMk id="5" creationId="{717731D4-BE01-258E-3938-3A3752D783EB}"/>
          </ac:spMkLst>
        </pc:spChg>
        <pc:spChg chg="mod">
          <ac:chgData name="longlonglin" userId="65e6c6b7-2d31-4c1d-9ef2-3b9132fd9160" providerId="ADAL" clId="{BED371A2-6AB9-1541-99F8-3F3C5F370B32}" dt="2023-10-19T15:20:35.773" v="304" actId="1076"/>
          <ac:spMkLst>
            <pc:docMk/>
            <pc:sldMk cId="2332997978" sldId="672"/>
            <ac:spMk id="7" creationId="{623C3E01-0174-9CEB-9EBA-02D8169B1242}"/>
          </ac:spMkLst>
        </pc:spChg>
        <pc:spChg chg="add mod">
          <ac:chgData name="longlonglin" userId="65e6c6b7-2d31-4c1d-9ef2-3b9132fd9160" providerId="ADAL" clId="{BED371A2-6AB9-1541-99F8-3F3C5F370B32}" dt="2023-10-19T15:20:42.273" v="313" actId="20577"/>
          <ac:spMkLst>
            <pc:docMk/>
            <pc:sldMk cId="2332997978" sldId="672"/>
            <ac:spMk id="8" creationId="{F7652589-52A9-FBD1-8BA4-8B2A7ECDFD13}"/>
          </ac:spMkLst>
        </pc:spChg>
        <pc:graphicFrameChg chg="del">
          <ac:chgData name="longlonglin" userId="65e6c6b7-2d31-4c1d-9ef2-3b9132fd9160" providerId="ADAL" clId="{BED371A2-6AB9-1541-99F8-3F3C5F370B32}" dt="2023-10-19T15:14:03.287" v="286" actId="478"/>
          <ac:graphicFrameMkLst>
            <pc:docMk/>
            <pc:sldMk cId="2332997978" sldId="672"/>
            <ac:graphicFrameMk id="4" creationId="{E498331E-667A-42B8-9DC2-8C2B54892859}"/>
          </ac:graphicFrameMkLst>
        </pc:graphicFrameChg>
      </pc:sldChg>
      <pc:sldChg chg="add del">
        <pc:chgData name="longlonglin" userId="65e6c6b7-2d31-4c1d-9ef2-3b9132fd9160" providerId="ADAL" clId="{BED371A2-6AB9-1541-99F8-3F3C5F370B32}" dt="2023-10-19T15:19:51.980" v="303" actId="2696"/>
        <pc:sldMkLst>
          <pc:docMk/>
          <pc:sldMk cId="3829583764" sldId="673"/>
        </pc:sldMkLst>
      </pc:sldChg>
      <pc:sldChg chg="addSp delSp modSp add mod modAnim">
        <pc:chgData name="longlonglin" userId="65e6c6b7-2d31-4c1d-9ef2-3b9132fd9160" providerId="ADAL" clId="{BED371A2-6AB9-1541-99F8-3F3C5F370B32}" dt="2023-10-19T15:21:30.505" v="334" actId="1076"/>
        <pc:sldMkLst>
          <pc:docMk/>
          <pc:sldMk cId="2428304775" sldId="674"/>
        </pc:sldMkLst>
        <pc:spChg chg="del mod">
          <ac:chgData name="longlonglin" userId="65e6c6b7-2d31-4c1d-9ef2-3b9132fd9160" providerId="ADAL" clId="{BED371A2-6AB9-1541-99F8-3F3C5F370B32}" dt="2023-10-19T15:21:20.975" v="332" actId="478"/>
          <ac:spMkLst>
            <pc:docMk/>
            <pc:sldMk cId="2428304775" sldId="674"/>
            <ac:spMk id="2" creationId="{5FE74D8C-07E5-48A9-8556-3DF9CF7EE52A}"/>
          </ac:spMkLst>
        </pc:spChg>
        <pc:spChg chg="add mod">
          <ac:chgData name="longlonglin" userId="65e6c6b7-2d31-4c1d-9ef2-3b9132fd9160" providerId="ADAL" clId="{BED371A2-6AB9-1541-99F8-3F3C5F370B32}" dt="2023-10-19T15:21:30.505" v="334" actId="1076"/>
          <ac:spMkLst>
            <pc:docMk/>
            <pc:sldMk cId="2428304775" sldId="674"/>
            <ac:spMk id="5" creationId="{75A87037-9F40-60B7-74B0-D0524129155F}"/>
          </ac:spMkLst>
        </pc:spChg>
      </pc:sldChg>
      <pc:sldChg chg="add">
        <pc:chgData name="longlonglin" userId="65e6c6b7-2d31-4c1d-9ef2-3b9132fd9160" providerId="ADAL" clId="{BED371A2-6AB9-1541-99F8-3F3C5F370B32}" dt="2023-10-19T15:21:53.584" v="335"/>
        <pc:sldMkLst>
          <pc:docMk/>
          <pc:sldMk cId="2106826759" sldId="675"/>
        </pc:sldMkLst>
      </pc:sldChg>
      <pc:sldChg chg="addSp delSp modSp add mod delAnim modAnim">
        <pc:chgData name="longlonglin" userId="65e6c6b7-2d31-4c1d-9ef2-3b9132fd9160" providerId="ADAL" clId="{BED371A2-6AB9-1541-99F8-3F3C5F370B32}" dt="2023-10-19T15:22:41.290" v="343" actId="1076"/>
        <pc:sldMkLst>
          <pc:docMk/>
          <pc:sldMk cId="2048025738" sldId="676"/>
        </pc:sldMkLst>
        <pc:spChg chg="del">
          <ac:chgData name="longlonglin" userId="65e6c6b7-2d31-4c1d-9ef2-3b9132fd9160" providerId="ADAL" clId="{BED371A2-6AB9-1541-99F8-3F3C5F370B32}" dt="2023-10-19T15:21:59.055" v="337" actId="478"/>
          <ac:spMkLst>
            <pc:docMk/>
            <pc:sldMk cId="2048025738" sldId="676"/>
            <ac:spMk id="2" creationId="{5FE74D8C-07E5-48A9-8556-3DF9CF7EE52A}"/>
          </ac:spMkLst>
        </pc:spChg>
        <pc:spChg chg="add del mod">
          <ac:chgData name="longlonglin" userId="65e6c6b7-2d31-4c1d-9ef2-3b9132fd9160" providerId="ADAL" clId="{BED371A2-6AB9-1541-99F8-3F3C5F370B32}" dt="2023-10-19T15:22:00.931" v="338" actId="478"/>
          <ac:spMkLst>
            <pc:docMk/>
            <pc:sldMk cId="2048025738" sldId="676"/>
            <ac:spMk id="4" creationId="{CD783692-D280-82CE-7A76-0110EA36738B}"/>
          </ac:spMkLst>
        </pc:spChg>
        <pc:spChg chg="add mod">
          <ac:chgData name="longlonglin" userId="65e6c6b7-2d31-4c1d-9ef2-3b9132fd9160" providerId="ADAL" clId="{BED371A2-6AB9-1541-99F8-3F3C5F370B32}" dt="2023-10-19T15:22:13.875" v="341" actId="1076"/>
          <ac:spMkLst>
            <pc:docMk/>
            <pc:sldMk cId="2048025738" sldId="676"/>
            <ac:spMk id="7" creationId="{F51DF76F-2D9A-43B4-5AEC-6D945C9B01B7}"/>
          </ac:spMkLst>
        </pc:spChg>
        <pc:spChg chg="add mod">
          <ac:chgData name="longlonglin" userId="65e6c6b7-2d31-4c1d-9ef2-3b9132fd9160" providerId="ADAL" clId="{BED371A2-6AB9-1541-99F8-3F3C5F370B32}" dt="2023-10-19T15:22:41.290" v="343" actId="1076"/>
          <ac:spMkLst>
            <pc:docMk/>
            <pc:sldMk cId="2048025738" sldId="676"/>
            <ac:spMk id="9" creationId="{5B563643-A352-F0FE-8A90-D5F1DEB1DEA7}"/>
          </ac:spMkLst>
        </pc:spChg>
        <pc:graphicFrameChg chg="del">
          <ac:chgData name="longlonglin" userId="65e6c6b7-2d31-4c1d-9ef2-3b9132fd9160" providerId="ADAL" clId="{BED371A2-6AB9-1541-99F8-3F3C5F370B32}" dt="2023-10-19T15:22:03.377" v="339" actId="478"/>
          <ac:graphicFrameMkLst>
            <pc:docMk/>
            <pc:sldMk cId="2048025738" sldId="676"/>
            <ac:graphicFrameMk id="5" creationId="{6772FC72-C2FC-416E-ABB1-E2EC8D2C4763}"/>
          </ac:graphicFrameMkLst>
        </pc:graphicFrameChg>
      </pc:sldChg>
      <pc:sldChg chg="addSp delSp add mod">
        <pc:chgData name="longlonglin" userId="65e6c6b7-2d31-4c1d-9ef2-3b9132fd9160" providerId="ADAL" clId="{BED371A2-6AB9-1541-99F8-3F3C5F370B32}" dt="2023-10-19T15:23:10.188" v="347" actId="22"/>
        <pc:sldMkLst>
          <pc:docMk/>
          <pc:sldMk cId="3256675376" sldId="677"/>
        </pc:sldMkLst>
        <pc:spChg chg="add">
          <ac:chgData name="longlonglin" userId="65e6c6b7-2d31-4c1d-9ef2-3b9132fd9160" providerId="ADAL" clId="{BED371A2-6AB9-1541-99F8-3F3C5F370B32}" dt="2023-10-19T15:23:10.188" v="347" actId="22"/>
          <ac:spMkLst>
            <pc:docMk/>
            <pc:sldMk cId="3256675376" sldId="677"/>
            <ac:spMk id="4" creationId="{615A6F26-3D46-F598-AC11-4E5197303AC1}"/>
          </ac:spMkLst>
        </pc:spChg>
        <pc:spChg chg="del">
          <ac:chgData name="longlonglin" userId="65e6c6b7-2d31-4c1d-9ef2-3b9132fd9160" providerId="ADAL" clId="{BED371A2-6AB9-1541-99F8-3F3C5F370B32}" dt="2023-10-19T15:23:04.398" v="346" actId="478"/>
          <ac:spMkLst>
            <pc:docMk/>
            <pc:sldMk cId="3256675376" sldId="677"/>
            <ac:spMk id="7" creationId="{F51DF76F-2D9A-43B4-5AEC-6D945C9B01B7}"/>
          </ac:spMkLst>
        </pc:spChg>
        <pc:spChg chg="del">
          <ac:chgData name="longlonglin" userId="65e6c6b7-2d31-4c1d-9ef2-3b9132fd9160" providerId="ADAL" clId="{BED371A2-6AB9-1541-99F8-3F3C5F370B32}" dt="2023-10-19T15:23:02.758" v="345" actId="478"/>
          <ac:spMkLst>
            <pc:docMk/>
            <pc:sldMk cId="3256675376" sldId="677"/>
            <ac:spMk id="9" creationId="{5B563643-A352-F0FE-8A90-D5F1DEB1DEA7}"/>
          </ac:spMkLst>
        </pc:spChg>
      </pc:sldChg>
      <pc:sldChg chg="addSp delSp modSp add mod delAnim modAnim">
        <pc:chgData name="longlonglin" userId="65e6c6b7-2d31-4c1d-9ef2-3b9132fd9160" providerId="ADAL" clId="{BED371A2-6AB9-1541-99F8-3F3C5F370B32}" dt="2023-10-19T15:23:50.787" v="355" actId="1076"/>
        <pc:sldMkLst>
          <pc:docMk/>
          <pc:sldMk cId="190129026" sldId="678"/>
        </pc:sldMkLst>
        <pc:spChg chg="del">
          <ac:chgData name="longlonglin" userId="65e6c6b7-2d31-4c1d-9ef2-3b9132fd9160" providerId="ADAL" clId="{BED371A2-6AB9-1541-99F8-3F3C5F370B32}" dt="2023-10-19T15:23:29.921" v="349" actId="478"/>
          <ac:spMkLst>
            <pc:docMk/>
            <pc:sldMk cId="190129026" sldId="678"/>
            <ac:spMk id="2" creationId="{5FE74D8C-07E5-48A9-8556-3DF9CF7EE52A}"/>
          </ac:spMkLst>
        </pc:spChg>
        <pc:spChg chg="add del mod">
          <ac:chgData name="longlonglin" userId="65e6c6b7-2d31-4c1d-9ef2-3b9132fd9160" providerId="ADAL" clId="{BED371A2-6AB9-1541-99F8-3F3C5F370B32}" dt="2023-10-19T15:23:32.004" v="350" actId="478"/>
          <ac:spMkLst>
            <pc:docMk/>
            <pc:sldMk cId="190129026" sldId="678"/>
            <ac:spMk id="4" creationId="{6C32D10D-E72A-5E80-4026-5E3A7A865CC8}"/>
          </ac:spMkLst>
        </pc:spChg>
        <pc:spChg chg="add mod">
          <ac:chgData name="longlonglin" userId="65e6c6b7-2d31-4c1d-9ef2-3b9132fd9160" providerId="ADAL" clId="{BED371A2-6AB9-1541-99F8-3F3C5F370B32}" dt="2023-10-19T15:23:50.787" v="355" actId="1076"/>
          <ac:spMkLst>
            <pc:docMk/>
            <pc:sldMk cId="190129026" sldId="678"/>
            <ac:spMk id="7" creationId="{83D8273F-CD0E-6794-F65B-EDE6510D06E1}"/>
          </ac:spMkLst>
        </pc:spChg>
        <pc:graphicFrameChg chg="del modGraphic">
          <ac:chgData name="longlonglin" userId="65e6c6b7-2d31-4c1d-9ef2-3b9132fd9160" providerId="ADAL" clId="{BED371A2-6AB9-1541-99F8-3F3C5F370B32}" dt="2023-10-19T15:23:37.133" v="353" actId="478"/>
          <ac:graphicFrameMkLst>
            <pc:docMk/>
            <pc:sldMk cId="190129026" sldId="678"/>
            <ac:graphicFrameMk id="5" creationId="{A00171C2-51FC-42E1-BFB8-D107A64EF5EF}"/>
          </ac:graphicFrameMkLst>
        </pc:graphicFrameChg>
      </pc:sldChg>
      <pc:sldChg chg="addSp delSp modSp add mod delAnim modAnim">
        <pc:chgData name="longlonglin" userId="65e6c6b7-2d31-4c1d-9ef2-3b9132fd9160" providerId="ADAL" clId="{BED371A2-6AB9-1541-99F8-3F3C5F370B32}" dt="2023-10-19T15:24:12.138" v="361" actId="1076"/>
        <pc:sldMkLst>
          <pc:docMk/>
          <pc:sldMk cId="1160324405" sldId="679"/>
        </pc:sldMkLst>
        <pc:spChg chg="del">
          <ac:chgData name="longlonglin" userId="65e6c6b7-2d31-4c1d-9ef2-3b9132fd9160" providerId="ADAL" clId="{BED371A2-6AB9-1541-99F8-3F3C5F370B32}" dt="2023-10-19T15:23:59.804" v="357" actId="478"/>
          <ac:spMkLst>
            <pc:docMk/>
            <pc:sldMk cId="1160324405" sldId="679"/>
            <ac:spMk id="2" creationId="{5FE74D8C-07E5-48A9-8556-3DF9CF7EE52A}"/>
          </ac:spMkLst>
        </pc:spChg>
        <pc:spChg chg="add del mod">
          <ac:chgData name="longlonglin" userId="65e6c6b7-2d31-4c1d-9ef2-3b9132fd9160" providerId="ADAL" clId="{BED371A2-6AB9-1541-99F8-3F3C5F370B32}" dt="2023-10-19T15:24:01.757" v="358" actId="478"/>
          <ac:spMkLst>
            <pc:docMk/>
            <pc:sldMk cId="1160324405" sldId="679"/>
            <ac:spMk id="4" creationId="{D918C422-A6B0-EC98-F138-90AC99106B32}"/>
          </ac:spMkLst>
        </pc:spChg>
        <pc:spChg chg="add mod">
          <ac:chgData name="longlonglin" userId="65e6c6b7-2d31-4c1d-9ef2-3b9132fd9160" providerId="ADAL" clId="{BED371A2-6AB9-1541-99F8-3F3C5F370B32}" dt="2023-10-19T15:24:12.138" v="361" actId="1076"/>
          <ac:spMkLst>
            <pc:docMk/>
            <pc:sldMk cId="1160324405" sldId="679"/>
            <ac:spMk id="7" creationId="{D06FCDCF-9299-55D4-7E7C-145525937D30}"/>
          </ac:spMkLst>
        </pc:spChg>
        <pc:graphicFrameChg chg="del">
          <ac:chgData name="longlonglin" userId="65e6c6b7-2d31-4c1d-9ef2-3b9132fd9160" providerId="ADAL" clId="{BED371A2-6AB9-1541-99F8-3F3C5F370B32}" dt="2023-10-19T15:24:02.930" v="359" actId="478"/>
          <ac:graphicFrameMkLst>
            <pc:docMk/>
            <pc:sldMk cId="1160324405" sldId="679"/>
            <ac:graphicFrameMk id="6" creationId="{EE695630-24A8-4590-8043-2299DD17901C}"/>
          </ac:graphicFrameMkLst>
        </pc:graphicFrameChg>
      </pc:sldChg>
      <pc:sldChg chg="addSp delSp modSp add mod delAnim modAnim">
        <pc:chgData name="longlonglin" userId="65e6c6b7-2d31-4c1d-9ef2-3b9132fd9160" providerId="ADAL" clId="{BED371A2-6AB9-1541-99F8-3F3C5F370B32}" dt="2023-10-19T15:24:37.417" v="367" actId="1076"/>
        <pc:sldMkLst>
          <pc:docMk/>
          <pc:sldMk cId="271798435" sldId="680"/>
        </pc:sldMkLst>
        <pc:spChg chg="del">
          <ac:chgData name="longlonglin" userId="65e6c6b7-2d31-4c1d-9ef2-3b9132fd9160" providerId="ADAL" clId="{BED371A2-6AB9-1541-99F8-3F3C5F370B32}" dt="2023-10-19T15:24:23.684" v="363" actId="478"/>
          <ac:spMkLst>
            <pc:docMk/>
            <pc:sldMk cId="271798435" sldId="680"/>
            <ac:spMk id="2" creationId="{5FE74D8C-07E5-48A9-8556-3DF9CF7EE52A}"/>
          </ac:spMkLst>
        </pc:spChg>
        <pc:spChg chg="add del mod">
          <ac:chgData name="longlonglin" userId="65e6c6b7-2d31-4c1d-9ef2-3b9132fd9160" providerId="ADAL" clId="{BED371A2-6AB9-1541-99F8-3F3C5F370B32}" dt="2023-10-19T15:24:25.373" v="364" actId="478"/>
          <ac:spMkLst>
            <pc:docMk/>
            <pc:sldMk cId="271798435" sldId="680"/>
            <ac:spMk id="4" creationId="{4A5F5D15-6163-06D5-47ED-42245B345A18}"/>
          </ac:spMkLst>
        </pc:spChg>
        <pc:spChg chg="add mod">
          <ac:chgData name="longlonglin" userId="65e6c6b7-2d31-4c1d-9ef2-3b9132fd9160" providerId="ADAL" clId="{BED371A2-6AB9-1541-99F8-3F3C5F370B32}" dt="2023-10-19T15:24:37.417" v="367" actId="1076"/>
          <ac:spMkLst>
            <pc:docMk/>
            <pc:sldMk cId="271798435" sldId="680"/>
            <ac:spMk id="7" creationId="{5685535B-8769-E835-01E4-8C630BB71D3F}"/>
          </ac:spMkLst>
        </pc:spChg>
        <pc:graphicFrameChg chg="del">
          <ac:chgData name="longlonglin" userId="65e6c6b7-2d31-4c1d-9ef2-3b9132fd9160" providerId="ADAL" clId="{BED371A2-6AB9-1541-99F8-3F3C5F370B32}" dt="2023-10-19T15:24:28.531" v="365" actId="478"/>
          <ac:graphicFrameMkLst>
            <pc:docMk/>
            <pc:sldMk cId="271798435" sldId="680"/>
            <ac:graphicFrameMk id="5" creationId="{10CAD6AF-FCFE-408B-B2B2-CFDC5B22BB0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7ADA9-9D0B-42DC-94FF-BBDB68110F2F}" type="datetimeFigureOut">
              <a:rPr lang="zh-CN" altLang="en-US" smtClean="0"/>
              <a:t>2023/11/13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1B552-615F-42DA-85F2-80E7008928A8}" type="slidenum">
              <a:rPr lang="zh-CN" altLang="en-US" smtClean="0"/>
              <a:t>‹#›</a:t>
            </a:fld>
            <a:endParaRPr lang="zh-CN" altLang="en-US"/>
          </a:p>
        </p:txBody>
      </p:sp>
    </p:spTree>
    <p:extLst>
      <p:ext uri="{BB962C8B-B14F-4D97-AF65-F5344CB8AC3E}">
        <p14:creationId xmlns:p14="http://schemas.microsoft.com/office/powerpoint/2010/main" val="2975812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a:t>
            </a:fld>
            <a:endParaRPr lang="zh-CN" altLang="en-US"/>
          </a:p>
        </p:txBody>
      </p:sp>
    </p:spTree>
    <p:extLst>
      <p:ext uri="{BB962C8B-B14F-4D97-AF65-F5344CB8AC3E}">
        <p14:creationId xmlns:p14="http://schemas.microsoft.com/office/powerpoint/2010/main" val="3559879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4</a:t>
            </a:fld>
            <a:endParaRPr lang="zh-CN" altLang="en-US"/>
          </a:p>
        </p:txBody>
      </p:sp>
    </p:spTree>
    <p:extLst>
      <p:ext uri="{BB962C8B-B14F-4D97-AF65-F5344CB8AC3E}">
        <p14:creationId xmlns:p14="http://schemas.microsoft.com/office/powerpoint/2010/main" val="2573420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5</a:t>
            </a:fld>
            <a:endParaRPr lang="zh-CN" altLang="en-US"/>
          </a:p>
        </p:txBody>
      </p:sp>
    </p:spTree>
    <p:extLst>
      <p:ext uri="{BB962C8B-B14F-4D97-AF65-F5344CB8AC3E}">
        <p14:creationId xmlns:p14="http://schemas.microsoft.com/office/powerpoint/2010/main" val="2597957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6</a:t>
            </a:fld>
            <a:endParaRPr lang="zh-CN" altLang="en-US"/>
          </a:p>
        </p:txBody>
      </p:sp>
    </p:spTree>
    <p:extLst>
      <p:ext uri="{BB962C8B-B14F-4D97-AF65-F5344CB8AC3E}">
        <p14:creationId xmlns:p14="http://schemas.microsoft.com/office/powerpoint/2010/main" val="1972462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7</a:t>
            </a:fld>
            <a:endParaRPr lang="zh-CN" altLang="en-US"/>
          </a:p>
        </p:txBody>
      </p:sp>
    </p:spTree>
    <p:extLst>
      <p:ext uri="{BB962C8B-B14F-4D97-AF65-F5344CB8AC3E}">
        <p14:creationId xmlns:p14="http://schemas.microsoft.com/office/powerpoint/2010/main" val="720200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8</a:t>
            </a:fld>
            <a:endParaRPr lang="zh-CN" altLang="en-US"/>
          </a:p>
        </p:txBody>
      </p:sp>
    </p:spTree>
    <p:extLst>
      <p:ext uri="{BB962C8B-B14F-4D97-AF65-F5344CB8AC3E}">
        <p14:creationId xmlns:p14="http://schemas.microsoft.com/office/powerpoint/2010/main" val="4168893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9</a:t>
            </a:fld>
            <a:endParaRPr lang="zh-CN" altLang="en-US"/>
          </a:p>
        </p:txBody>
      </p:sp>
    </p:spTree>
    <p:extLst>
      <p:ext uri="{BB962C8B-B14F-4D97-AF65-F5344CB8AC3E}">
        <p14:creationId xmlns:p14="http://schemas.microsoft.com/office/powerpoint/2010/main" val="1489121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10</a:t>
            </a:fld>
            <a:endParaRPr lang="zh-CN" altLang="en-US"/>
          </a:p>
        </p:txBody>
      </p:sp>
    </p:spTree>
    <p:extLst>
      <p:ext uri="{BB962C8B-B14F-4D97-AF65-F5344CB8AC3E}">
        <p14:creationId xmlns:p14="http://schemas.microsoft.com/office/powerpoint/2010/main" val="3872238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11</a:t>
            </a:fld>
            <a:endParaRPr lang="zh-CN" altLang="en-US"/>
          </a:p>
        </p:txBody>
      </p:sp>
    </p:spTree>
    <p:extLst>
      <p:ext uri="{BB962C8B-B14F-4D97-AF65-F5344CB8AC3E}">
        <p14:creationId xmlns:p14="http://schemas.microsoft.com/office/powerpoint/2010/main" val="703043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12</a:t>
            </a:fld>
            <a:endParaRPr lang="zh-CN" altLang="en-US"/>
          </a:p>
        </p:txBody>
      </p:sp>
    </p:spTree>
    <p:extLst>
      <p:ext uri="{BB962C8B-B14F-4D97-AF65-F5344CB8AC3E}">
        <p14:creationId xmlns:p14="http://schemas.microsoft.com/office/powerpoint/2010/main" val="3338290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13</a:t>
            </a:fld>
            <a:endParaRPr lang="zh-CN" altLang="en-US"/>
          </a:p>
        </p:txBody>
      </p:sp>
    </p:spTree>
    <p:extLst>
      <p:ext uri="{BB962C8B-B14F-4D97-AF65-F5344CB8AC3E}">
        <p14:creationId xmlns:p14="http://schemas.microsoft.com/office/powerpoint/2010/main" val="2737598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14</a:t>
            </a:fld>
            <a:endParaRPr lang="zh-CN" altLang="en-US"/>
          </a:p>
        </p:txBody>
      </p:sp>
    </p:spTree>
    <p:extLst>
      <p:ext uri="{BB962C8B-B14F-4D97-AF65-F5344CB8AC3E}">
        <p14:creationId xmlns:p14="http://schemas.microsoft.com/office/powerpoint/2010/main" val="1278308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15</a:t>
            </a:fld>
            <a:endParaRPr lang="zh-CN" altLang="en-US"/>
          </a:p>
        </p:txBody>
      </p:sp>
    </p:spTree>
    <p:extLst>
      <p:ext uri="{BB962C8B-B14F-4D97-AF65-F5344CB8AC3E}">
        <p14:creationId xmlns:p14="http://schemas.microsoft.com/office/powerpoint/2010/main" val="3101279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16</a:t>
            </a:fld>
            <a:endParaRPr lang="zh-CN" altLang="en-US"/>
          </a:p>
        </p:txBody>
      </p:sp>
    </p:spTree>
    <p:extLst>
      <p:ext uri="{BB962C8B-B14F-4D97-AF65-F5344CB8AC3E}">
        <p14:creationId xmlns:p14="http://schemas.microsoft.com/office/powerpoint/2010/main" val="2243947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17</a:t>
            </a:fld>
            <a:endParaRPr lang="zh-CN" altLang="en-US"/>
          </a:p>
        </p:txBody>
      </p:sp>
    </p:spTree>
    <p:extLst>
      <p:ext uri="{BB962C8B-B14F-4D97-AF65-F5344CB8AC3E}">
        <p14:creationId xmlns:p14="http://schemas.microsoft.com/office/powerpoint/2010/main" val="872444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18</a:t>
            </a:fld>
            <a:endParaRPr lang="zh-CN" altLang="en-US"/>
          </a:p>
        </p:txBody>
      </p:sp>
    </p:spTree>
    <p:extLst>
      <p:ext uri="{BB962C8B-B14F-4D97-AF65-F5344CB8AC3E}">
        <p14:creationId xmlns:p14="http://schemas.microsoft.com/office/powerpoint/2010/main" val="2050706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19</a:t>
            </a:fld>
            <a:endParaRPr lang="zh-CN" altLang="en-US"/>
          </a:p>
        </p:txBody>
      </p:sp>
    </p:spTree>
    <p:extLst>
      <p:ext uri="{BB962C8B-B14F-4D97-AF65-F5344CB8AC3E}">
        <p14:creationId xmlns:p14="http://schemas.microsoft.com/office/powerpoint/2010/main" val="3421815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20</a:t>
            </a:fld>
            <a:endParaRPr lang="zh-CN" altLang="en-US"/>
          </a:p>
        </p:txBody>
      </p:sp>
    </p:spTree>
    <p:extLst>
      <p:ext uri="{BB962C8B-B14F-4D97-AF65-F5344CB8AC3E}">
        <p14:creationId xmlns:p14="http://schemas.microsoft.com/office/powerpoint/2010/main" val="7266870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21</a:t>
            </a:fld>
            <a:endParaRPr lang="zh-CN" altLang="en-US"/>
          </a:p>
        </p:txBody>
      </p:sp>
    </p:spTree>
    <p:extLst>
      <p:ext uri="{BB962C8B-B14F-4D97-AF65-F5344CB8AC3E}">
        <p14:creationId xmlns:p14="http://schemas.microsoft.com/office/powerpoint/2010/main" val="1068457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22</a:t>
            </a:fld>
            <a:endParaRPr lang="zh-CN" altLang="en-US"/>
          </a:p>
        </p:txBody>
      </p:sp>
    </p:spTree>
    <p:extLst>
      <p:ext uri="{BB962C8B-B14F-4D97-AF65-F5344CB8AC3E}">
        <p14:creationId xmlns:p14="http://schemas.microsoft.com/office/powerpoint/2010/main" val="25145207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23</a:t>
            </a:fld>
            <a:endParaRPr lang="zh-CN" altLang="en-US"/>
          </a:p>
        </p:txBody>
      </p:sp>
    </p:spTree>
    <p:extLst>
      <p:ext uri="{BB962C8B-B14F-4D97-AF65-F5344CB8AC3E}">
        <p14:creationId xmlns:p14="http://schemas.microsoft.com/office/powerpoint/2010/main" val="336639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24</a:t>
            </a:fld>
            <a:endParaRPr lang="zh-CN" altLang="en-US"/>
          </a:p>
        </p:txBody>
      </p:sp>
    </p:spTree>
    <p:extLst>
      <p:ext uri="{BB962C8B-B14F-4D97-AF65-F5344CB8AC3E}">
        <p14:creationId xmlns:p14="http://schemas.microsoft.com/office/powerpoint/2010/main" val="1666892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25</a:t>
            </a:fld>
            <a:endParaRPr lang="zh-CN" altLang="en-US"/>
          </a:p>
        </p:txBody>
      </p:sp>
    </p:spTree>
    <p:extLst>
      <p:ext uri="{BB962C8B-B14F-4D97-AF65-F5344CB8AC3E}">
        <p14:creationId xmlns:p14="http://schemas.microsoft.com/office/powerpoint/2010/main" val="493736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26</a:t>
            </a:fld>
            <a:endParaRPr lang="zh-CN" altLang="en-US"/>
          </a:p>
        </p:txBody>
      </p:sp>
    </p:spTree>
    <p:extLst>
      <p:ext uri="{BB962C8B-B14F-4D97-AF65-F5344CB8AC3E}">
        <p14:creationId xmlns:p14="http://schemas.microsoft.com/office/powerpoint/2010/main" val="3124944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27</a:t>
            </a:fld>
            <a:endParaRPr lang="zh-CN" altLang="en-US"/>
          </a:p>
        </p:txBody>
      </p:sp>
    </p:spTree>
    <p:extLst>
      <p:ext uri="{BB962C8B-B14F-4D97-AF65-F5344CB8AC3E}">
        <p14:creationId xmlns:p14="http://schemas.microsoft.com/office/powerpoint/2010/main" val="3736104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28</a:t>
            </a:fld>
            <a:endParaRPr lang="zh-CN" altLang="en-US"/>
          </a:p>
        </p:txBody>
      </p:sp>
    </p:spTree>
    <p:extLst>
      <p:ext uri="{BB962C8B-B14F-4D97-AF65-F5344CB8AC3E}">
        <p14:creationId xmlns:p14="http://schemas.microsoft.com/office/powerpoint/2010/main" val="13373450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29</a:t>
            </a:fld>
            <a:endParaRPr lang="zh-CN" altLang="en-US"/>
          </a:p>
        </p:txBody>
      </p:sp>
    </p:spTree>
    <p:extLst>
      <p:ext uri="{BB962C8B-B14F-4D97-AF65-F5344CB8AC3E}">
        <p14:creationId xmlns:p14="http://schemas.microsoft.com/office/powerpoint/2010/main" val="2424484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30</a:t>
            </a:fld>
            <a:endParaRPr lang="zh-CN" altLang="en-US"/>
          </a:p>
        </p:txBody>
      </p:sp>
    </p:spTree>
    <p:extLst>
      <p:ext uri="{BB962C8B-B14F-4D97-AF65-F5344CB8AC3E}">
        <p14:creationId xmlns:p14="http://schemas.microsoft.com/office/powerpoint/2010/main" val="33682029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31</a:t>
            </a:fld>
            <a:endParaRPr lang="zh-CN" altLang="en-US"/>
          </a:p>
        </p:txBody>
      </p:sp>
    </p:spTree>
    <p:extLst>
      <p:ext uri="{BB962C8B-B14F-4D97-AF65-F5344CB8AC3E}">
        <p14:creationId xmlns:p14="http://schemas.microsoft.com/office/powerpoint/2010/main" val="16906424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32</a:t>
            </a:fld>
            <a:endParaRPr lang="zh-CN" altLang="en-US"/>
          </a:p>
        </p:txBody>
      </p:sp>
    </p:spTree>
    <p:extLst>
      <p:ext uri="{BB962C8B-B14F-4D97-AF65-F5344CB8AC3E}">
        <p14:creationId xmlns:p14="http://schemas.microsoft.com/office/powerpoint/2010/main" val="189753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33</a:t>
            </a:fld>
            <a:endParaRPr lang="zh-CN" altLang="en-US"/>
          </a:p>
        </p:txBody>
      </p:sp>
    </p:spTree>
    <p:extLst>
      <p:ext uri="{BB962C8B-B14F-4D97-AF65-F5344CB8AC3E}">
        <p14:creationId xmlns:p14="http://schemas.microsoft.com/office/powerpoint/2010/main" val="16253352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34</a:t>
            </a:fld>
            <a:endParaRPr lang="zh-CN" altLang="en-US"/>
          </a:p>
        </p:txBody>
      </p:sp>
    </p:spTree>
    <p:extLst>
      <p:ext uri="{BB962C8B-B14F-4D97-AF65-F5344CB8AC3E}">
        <p14:creationId xmlns:p14="http://schemas.microsoft.com/office/powerpoint/2010/main" val="17788710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35</a:t>
            </a:fld>
            <a:endParaRPr lang="zh-CN" altLang="en-US"/>
          </a:p>
        </p:txBody>
      </p:sp>
    </p:spTree>
    <p:extLst>
      <p:ext uri="{BB962C8B-B14F-4D97-AF65-F5344CB8AC3E}">
        <p14:creationId xmlns:p14="http://schemas.microsoft.com/office/powerpoint/2010/main" val="23416283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36</a:t>
            </a:fld>
            <a:endParaRPr lang="zh-CN" altLang="en-US"/>
          </a:p>
        </p:txBody>
      </p:sp>
    </p:spTree>
    <p:extLst>
      <p:ext uri="{BB962C8B-B14F-4D97-AF65-F5344CB8AC3E}">
        <p14:creationId xmlns:p14="http://schemas.microsoft.com/office/powerpoint/2010/main" val="35285064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37</a:t>
            </a:fld>
            <a:endParaRPr lang="zh-CN" altLang="en-US"/>
          </a:p>
        </p:txBody>
      </p:sp>
    </p:spTree>
    <p:extLst>
      <p:ext uri="{BB962C8B-B14F-4D97-AF65-F5344CB8AC3E}">
        <p14:creationId xmlns:p14="http://schemas.microsoft.com/office/powerpoint/2010/main" val="180039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38</a:t>
            </a:fld>
            <a:endParaRPr lang="zh-CN" altLang="en-US"/>
          </a:p>
        </p:txBody>
      </p:sp>
    </p:spTree>
    <p:extLst>
      <p:ext uri="{BB962C8B-B14F-4D97-AF65-F5344CB8AC3E}">
        <p14:creationId xmlns:p14="http://schemas.microsoft.com/office/powerpoint/2010/main" val="31317097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39</a:t>
            </a:fld>
            <a:endParaRPr lang="zh-CN" altLang="en-US"/>
          </a:p>
        </p:txBody>
      </p:sp>
    </p:spTree>
    <p:extLst>
      <p:ext uri="{BB962C8B-B14F-4D97-AF65-F5344CB8AC3E}">
        <p14:creationId xmlns:p14="http://schemas.microsoft.com/office/powerpoint/2010/main" val="1746171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40</a:t>
            </a:fld>
            <a:endParaRPr lang="zh-CN" altLang="en-US"/>
          </a:p>
        </p:txBody>
      </p:sp>
    </p:spTree>
    <p:extLst>
      <p:ext uri="{BB962C8B-B14F-4D97-AF65-F5344CB8AC3E}">
        <p14:creationId xmlns:p14="http://schemas.microsoft.com/office/powerpoint/2010/main" val="42138834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41</a:t>
            </a:fld>
            <a:endParaRPr lang="zh-CN" altLang="en-US"/>
          </a:p>
        </p:txBody>
      </p:sp>
    </p:spTree>
    <p:extLst>
      <p:ext uri="{BB962C8B-B14F-4D97-AF65-F5344CB8AC3E}">
        <p14:creationId xmlns:p14="http://schemas.microsoft.com/office/powerpoint/2010/main" val="26876290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42</a:t>
            </a:fld>
            <a:endParaRPr lang="zh-CN" altLang="en-US"/>
          </a:p>
        </p:txBody>
      </p:sp>
    </p:spTree>
    <p:extLst>
      <p:ext uri="{BB962C8B-B14F-4D97-AF65-F5344CB8AC3E}">
        <p14:creationId xmlns:p14="http://schemas.microsoft.com/office/powerpoint/2010/main" val="39945271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A1B552-615F-42DA-85F2-80E7008928A8}" type="slidenum">
              <a:rPr lang="zh-CN" altLang="en-US" smtClean="0"/>
              <a:t>43</a:t>
            </a:fld>
            <a:endParaRPr lang="zh-CN" altLang="en-US"/>
          </a:p>
        </p:txBody>
      </p:sp>
    </p:spTree>
    <p:extLst>
      <p:ext uri="{BB962C8B-B14F-4D97-AF65-F5344CB8AC3E}">
        <p14:creationId xmlns:p14="http://schemas.microsoft.com/office/powerpoint/2010/main" val="6086611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TextEdit="1"/>
          </p:cNvSpPr>
          <p:nvPr>
            <p:ph type="sldImg"/>
          </p:nvPr>
        </p:nvSpPr>
        <p:spPr>
          <a:xfrm>
            <a:off x="685800" y="1143000"/>
            <a:ext cx="5486400" cy="3086100"/>
          </a:xfrm>
          <a:ln/>
        </p:spPr>
      </p:sp>
      <p:sp>
        <p:nvSpPr>
          <p:cNvPr id="226307" name="Rectangle 3"/>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extLst>
      <p:ext uri="{BB962C8B-B14F-4D97-AF65-F5344CB8AC3E}">
        <p14:creationId xmlns:p14="http://schemas.microsoft.com/office/powerpoint/2010/main" val="31029802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纯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8BBD29A0-7238-44B5-B95C-C6A0C7A8EA53}"/>
              </a:ext>
            </a:extLst>
          </p:cNvPr>
          <p:cNvSpPr>
            <a:spLocks noChangeArrowheads="1"/>
          </p:cNvSpPr>
          <p:nvPr/>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9" name="AutoShape 23">
            <a:extLst>
              <a:ext uri="{FF2B5EF4-FFF2-40B4-BE49-F238E27FC236}">
                <a16:creationId xmlns:a16="http://schemas.microsoft.com/office/drawing/2014/main" id="{0B740AF4-4F4A-423C-AE67-DC3438642124}"/>
              </a:ext>
            </a:extLst>
          </p:cNvPr>
          <p:cNvSpPr>
            <a:spLocks noChangeArrowheads="1"/>
          </p:cNvSpPr>
          <p:nvPr/>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80604020202020204" pitchFamily="34" charset="0"/>
                <a:ea typeface="宋体" pitchFamily="2" charset="-122"/>
              </a:defRPr>
            </a:lvl1pPr>
            <a:lvl2pPr marL="742950" indent="-285750">
              <a:defRPr sz="900">
                <a:solidFill>
                  <a:srgbClr val="000000"/>
                </a:solidFill>
                <a:latin typeface="Arial" panose="02080604020202020204" pitchFamily="34" charset="0"/>
                <a:ea typeface="宋体" pitchFamily="2" charset="-122"/>
              </a:defRPr>
            </a:lvl2pPr>
            <a:lvl3pPr marL="1143000" indent="-228600">
              <a:defRPr sz="900">
                <a:solidFill>
                  <a:srgbClr val="000000"/>
                </a:solidFill>
                <a:latin typeface="Arial" panose="02080604020202020204" pitchFamily="34" charset="0"/>
                <a:ea typeface="宋体" pitchFamily="2" charset="-122"/>
              </a:defRPr>
            </a:lvl3pPr>
            <a:lvl4pPr marL="1600200" indent="-228600">
              <a:defRPr sz="900">
                <a:solidFill>
                  <a:srgbClr val="000000"/>
                </a:solidFill>
                <a:latin typeface="Arial" panose="02080604020202020204" pitchFamily="34" charset="0"/>
                <a:ea typeface="宋体" pitchFamily="2" charset="-122"/>
              </a:defRPr>
            </a:lvl4pPr>
            <a:lvl5pPr marL="2057400" indent="-228600">
              <a:defRPr sz="900">
                <a:solidFill>
                  <a:srgbClr val="000000"/>
                </a:solidFill>
                <a:latin typeface="Arial" panose="02080604020202020204" pitchFamily="34" charset="0"/>
                <a:ea typeface="宋体" pitchFamily="2" charset="-122"/>
              </a:defRPr>
            </a:lvl5pPr>
            <a:lvl6pPr marL="25146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6pPr>
            <a:lvl7pPr marL="29718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7pPr>
            <a:lvl8pPr marL="34290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8pPr>
            <a:lvl9pPr marL="3886200" indent="-228600" eaLnBrk="0" fontAlgn="base" hangingPunct="0">
              <a:spcBef>
                <a:spcPct val="0"/>
              </a:spcBef>
              <a:spcAft>
                <a:spcPct val="0"/>
              </a:spcAft>
              <a:defRPr sz="900">
                <a:solidFill>
                  <a:srgbClr val="000000"/>
                </a:solidFill>
                <a:latin typeface="Arial" panose="02080604020202020204" pitchFamily="34" charset="0"/>
                <a:ea typeface="宋体" pitchFamily="2" charset="-122"/>
              </a:defRPr>
            </a:lvl9pPr>
          </a:lstStyle>
          <a:p>
            <a:pPr algn="ctr" fontAlgn="auto">
              <a:spcBef>
                <a:spcPct val="50000"/>
              </a:spcBef>
              <a:spcAft>
                <a:spcPts val="0"/>
              </a:spcAft>
              <a:defRPr/>
            </a:pPr>
            <a:endParaRPr lang="zh-CN" altLang="en-US" sz="950"/>
          </a:p>
        </p:txBody>
      </p:sp>
      <p:sp>
        <p:nvSpPr>
          <p:cNvPr id="4" name="内容占位符 2"/>
          <p:cNvSpPr>
            <a:spLocks noGrp="1"/>
          </p:cNvSpPr>
          <p:nvPr>
            <p:ph idx="1" hasCustomPrompt="1"/>
          </p:nvPr>
        </p:nvSpPr>
        <p:spPr>
          <a:xfrm>
            <a:off x="423819" y="1104181"/>
            <a:ext cx="11107601" cy="5052713"/>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anose="05000000000000000000" pitchFamily="2" charset="2"/>
              <a:buChar char="l"/>
              <a:defRPr sz="2330"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noProof="1"/>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cs typeface="Times New Roman" pitchFamily="18" charset="0"/>
              </a:defRPr>
            </a:lvl1pPr>
          </a:lstStyle>
          <a:p>
            <a:r>
              <a:rPr lang="zh-CN" altLang="en-US" noProof="1"/>
              <a:t>单击此处编辑标题</a:t>
            </a:r>
          </a:p>
        </p:txBody>
      </p:sp>
      <p:sp>
        <p:nvSpPr>
          <p:cNvPr id="14" name="Rectangle 12">
            <a:extLst>
              <a:ext uri="{FF2B5EF4-FFF2-40B4-BE49-F238E27FC236}">
                <a16:creationId xmlns:a16="http://schemas.microsoft.com/office/drawing/2014/main" id="{1107D1B1-B31F-4351-9243-6E49DB2D3B0F}"/>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5F75AFC8-BB8E-4AEE-B132-F4010728CC27}"/>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152A5A3E-D3F3-4887-907E-4ED7323552FB}"/>
              </a:ext>
            </a:extLst>
          </p:cNvPr>
          <p:cNvCxnSpPr>
            <a:endCxn id="14"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176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小标题+内容页">
    <p:spTree>
      <p:nvGrpSpPr>
        <p:cNvPr id="1" name=""/>
        <p:cNvGrpSpPr/>
        <p:nvPr/>
      </p:nvGrpSpPr>
      <p:grpSpPr>
        <a:xfrm>
          <a:off x="0" y="0"/>
          <a:ext cx="0" cy="0"/>
          <a:chOff x="0" y="0"/>
          <a:chExt cx="0" cy="0"/>
        </a:xfrm>
      </p:grpSpPr>
      <p:sp>
        <p:nvSpPr>
          <p:cNvPr id="8" name="AutoShape 23">
            <a:extLst>
              <a:ext uri="{FF2B5EF4-FFF2-40B4-BE49-F238E27FC236}">
                <a16:creationId xmlns:a16="http://schemas.microsoft.com/office/drawing/2014/main" id="{0685CE8C-B9A8-46A0-ADB9-4D39BDC2C2F4}"/>
              </a:ext>
            </a:extLst>
          </p:cNvPr>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9" name="AutoShape 23">
            <a:extLst>
              <a:ext uri="{FF2B5EF4-FFF2-40B4-BE49-F238E27FC236}">
                <a16:creationId xmlns:a16="http://schemas.microsoft.com/office/drawing/2014/main" id="{F38BE64D-19F8-41E3-B759-05846120B7B5}"/>
              </a:ext>
            </a:extLst>
          </p:cNvPr>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2"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822" indent="-362822">
              <a:lnSpc>
                <a:spcPct val="150000"/>
              </a:lnSpc>
              <a:buClr>
                <a:srgbClr val="032089"/>
              </a:buClr>
              <a:buFont typeface="Wingdings" pitchFamily="2" charset="2"/>
              <a:buChar char="Ø"/>
              <a:defRPr sz="1800" b="0" baseline="0">
                <a:latin typeface="Times New Roman" panose="02020603050405020304" pitchFamily="18" charset="0"/>
                <a:ea typeface="宋体" panose="02010600030101010101" pitchFamily="2" charset="-122"/>
                <a:cs typeface="Times New Roman" pitchFamily="18" charset="0"/>
              </a:defRPr>
            </a:lvl1pPr>
            <a:lvl2pPr>
              <a:lnSpc>
                <a:spcPct val="130000"/>
              </a:lnSpc>
              <a:buClr>
                <a:srgbClr val="032089"/>
              </a:buClr>
              <a:buFont typeface="Wingdings" pitchFamily="2" charset="2"/>
              <a:buChar char="l"/>
              <a:defRPr sz="2328" b="0">
                <a:latin typeface="微软雅黑" pitchFamily="34" charset="-122"/>
                <a:ea typeface="微软雅黑" pitchFamily="34" charset="-122"/>
              </a:defRPr>
            </a:lvl2pPr>
            <a:lvl3pPr>
              <a:defRPr sz="1905" b="0">
                <a:latin typeface="微软雅黑" pitchFamily="34" charset="-122"/>
                <a:ea typeface="微软雅黑" pitchFamily="34" charset="-122"/>
              </a:defRPr>
            </a:lvl3pPr>
            <a:lvl4pPr>
              <a:defRPr sz="1905" b="0">
                <a:latin typeface="微软雅黑" pitchFamily="34" charset="-122"/>
                <a:ea typeface="微软雅黑" pitchFamily="34" charset="-122"/>
              </a:defRPr>
            </a:lvl4pPr>
            <a:lvl5pPr>
              <a:defRPr sz="1905" b="0">
                <a:latin typeface="微软雅黑" pitchFamily="34" charset="-122"/>
                <a:ea typeface="微软雅黑" pitchFamily="34" charset="-122"/>
              </a:defRPr>
            </a:lvl5pPr>
          </a:lstStyle>
          <a:p>
            <a:pPr lvl="0"/>
            <a:r>
              <a:rPr lang="zh-CN" altLang="en-US" dirty="0"/>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2000" b="0" baseline="0" dirty="0" smtClean="0">
                <a:latin typeface="Times New Roman" panose="02020603050405020304" pitchFamily="18" charset="0"/>
                <a:ea typeface="宋体" panose="02010600030101010101" pitchFamily="2" charset="-122"/>
                <a:cs typeface="Times New Roman" pitchFamily="18" charset="0"/>
              </a:defRPr>
            </a:lvl1pPr>
          </a:lstStyle>
          <a:p>
            <a:pPr lvl="0"/>
            <a:r>
              <a:rPr lang="zh-CN" altLang="en-US" dirty="0"/>
              <a:t>单击此处编辑标题</a:t>
            </a:r>
          </a:p>
        </p:txBody>
      </p:sp>
      <p:sp>
        <p:nvSpPr>
          <p:cNvPr id="13" name="Rectangle 12">
            <a:extLst>
              <a:ext uri="{FF2B5EF4-FFF2-40B4-BE49-F238E27FC236}">
                <a16:creationId xmlns:a16="http://schemas.microsoft.com/office/drawing/2014/main" id="{058F3086-7F5C-4D51-A330-4CA286C8DADB}"/>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8E3992EA-A53E-4C6B-AA84-857CD4686DDC}"/>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F4706F18-FCC0-475F-A7EF-EDA6C77E9D4A}"/>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7022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尾页">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59FCFE-780C-4DC9-BB8F-C2871BF58111}"/>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sp>
        <p:nvSpPr>
          <p:cNvPr id="3" name="Title 1">
            <a:extLst>
              <a:ext uri="{FF2B5EF4-FFF2-40B4-BE49-F238E27FC236}">
                <a16:creationId xmlns:a16="http://schemas.microsoft.com/office/drawing/2014/main" id="{B6754C84-BAA5-4112-B60B-5975A15E65C9}"/>
              </a:ext>
            </a:extLst>
          </p:cNvPr>
          <p:cNvSpPr txBox="1"/>
          <p:nvPr/>
        </p:nvSpPr>
        <p:spPr>
          <a:xfrm>
            <a:off x="5108398" y="2071633"/>
            <a:ext cx="7082050" cy="1653849"/>
          </a:xfrm>
          <a:prstGeom prst="rect">
            <a:avLst/>
          </a:prstGeom>
        </p:spPr>
        <p:txBody>
          <a:bodyPr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itchFamily="34" charset="-122"/>
                <a:ea typeface="微软雅黑" pitchFamily="34" charset="-122"/>
                <a:cs typeface="+mn-cs"/>
              </a:defRPr>
            </a:lvl1pPr>
          </a:lstStyle>
          <a:p>
            <a:pPr>
              <a:defRPr/>
            </a:pPr>
            <a:r>
              <a:rPr altLang="zh-CN"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D1EC14CD-6350-48A6-ACBC-3346C739B2E8}"/>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矩形 7">
            <a:extLst>
              <a:ext uri="{FF2B5EF4-FFF2-40B4-BE49-F238E27FC236}">
                <a16:creationId xmlns:a16="http://schemas.microsoft.com/office/drawing/2014/main" id="{FFC05FF0-3C6D-40B6-B7AE-AEF6D6B9B481}"/>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rgbClr val="FFFFFF"/>
              </a:solidFill>
              <a:latin typeface="Times New Roman" panose="02020603050405020304" pitchFamily="18" charset="0"/>
              <a:ea typeface="宋体" panose="02010600030101010101" pitchFamily="2" charset="-122"/>
              <a:cs typeface="宋体" charset="0"/>
            </a:endParaRPr>
          </a:p>
        </p:txBody>
      </p:sp>
      <p:sp>
        <p:nvSpPr>
          <p:cNvPr id="9" name="Title 1">
            <a:extLst>
              <a:ext uri="{FF2B5EF4-FFF2-40B4-BE49-F238E27FC236}">
                <a16:creationId xmlns:a16="http://schemas.microsoft.com/office/drawing/2014/main" id="{F06D40D0-C995-4C96-B0A0-0AD791FC5A57}"/>
              </a:ext>
            </a:extLst>
          </p:cNvPr>
          <p:cNvSpPr txBox="1">
            <a:spLocks/>
          </p:cNvSpPr>
          <p:nvPr userDrawn="1"/>
        </p:nvSpPr>
        <p:spPr>
          <a:xfrm>
            <a:off x="5003623" y="1657613"/>
            <a:ext cx="7082051" cy="1653849"/>
          </a:xfrm>
          <a:prstGeom prst="rect">
            <a:avLst/>
          </a:prstGeom>
        </p:spPr>
        <p:txBody>
          <a:bodyPr vert="horz" lIns="91440" tIns="45720" rIns="91440" bIns="45720" rtlCol="0" anchor="b">
            <a:noAutofit/>
          </a:bodyPr>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pitchFamily="34" charset="-122"/>
                <a:ea typeface="微软雅黑" panose="020B0503020204020204" pitchFamily="34" charset="-122"/>
                <a:cs typeface="+mn-cs"/>
              </a:defRPr>
            </a:lvl1pPr>
          </a:lstStyle>
          <a:p>
            <a:r>
              <a:rPr altLang="zh-CN"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10" name="图片 9" descr="AW视觉符号.jpg">
            <a:extLst>
              <a:ext uri="{FF2B5EF4-FFF2-40B4-BE49-F238E27FC236}">
                <a16:creationId xmlns:a16="http://schemas.microsoft.com/office/drawing/2014/main" id="{D34B953D-86AB-4549-83F7-D846E540814F}"/>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6546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D988FA9-2E2D-4AB0-A235-FBD36981BD92}"/>
              </a:ext>
            </a:extLst>
          </p:cNvPr>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4" name="图片 3">
            <a:extLst>
              <a:ext uri="{FF2B5EF4-FFF2-40B4-BE49-F238E27FC236}">
                <a16:creationId xmlns:a16="http://schemas.microsoft.com/office/drawing/2014/main" id="{061F578E-A0F4-4755-A6A7-115875A341D0}"/>
              </a:ext>
            </a:extLst>
          </p:cNvPr>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标题 14"/>
          <p:cNvSpPr>
            <a:spLocks noGrp="1"/>
          </p:cNvSpPr>
          <p:nvPr>
            <p:ph type="title"/>
          </p:nvPr>
        </p:nvSpPr>
        <p:spPr>
          <a:xfrm>
            <a:off x="5926234" y="2706149"/>
            <a:ext cx="5889861" cy="692150"/>
          </a:xfrm>
        </p:spPr>
        <p:txBody>
          <a:bodyPr/>
          <a:lstStyle>
            <a:lvl1pPr algn="ctr">
              <a:defRPr sz="3600" b="1" baseline="0">
                <a:solidFill>
                  <a:schemeClr val="bg1"/>
                </a:solidFill>
                <a:latin typeface="Times New Roman" pitchFamily="18" charset="0"/>
                <a:ea typeface="宋体" panose="02010600030101010101" pitchFamily="2" charset="-122"/>
              </a:defRPr>
            </a:lvl1pPr>
          </a:lstStyle>
          <a:p>
            <a:r>
              <a:rPr lang="zh-CN" altLang="en-US" noProof="1"/>
              <a:t>单击此处编辑母版标题样式</a:t>
            </a:r>
          </a:p>
        </p:txBody>
      </p:sp>
      <p:sp>
        <p:nvSpPr>
          <p:cNvPr id="9" name="日期占位符 1">
            <a:extLst>
              <a:ext uri="{FF2B5EF4-FFF2-40B4-BE49-F238E27FC236}">
                <a16:creationId xmlns:a16="http://schemas.microsoft.com/office/drawing/2014/main" id="{A8B955FF-0328-444B-A955-07F9EAF2D019}"/>
              </a:ext>
            </a:extLst>
          </p:cNvPr>
          <p:cNvSpPr>
            <a:spLocks noGrp="1"/>
          </p:cNvSpPr>
          <p:nvPr>
            <p:ph type="dt" sz="half" idx="10"/>
          </p:nvPr>
        </p:nvSpPr>
        <p:spPr/>
        <p:txBody>
          <a:bodyPr/>
          <a:lstStyle>
            <a:lvl1pPr>
              <a:defRPr baseline="0">
                <a:latin typeface="Times New Roman" panose="02020603050405020304" pitchFamily="18" charset="0"/>
                <a:ea typeface="宋体" panose="02010600030101010101" pitchFamily="2" charset="-122"/>
              </a:defRPr>
            </a:lvl1pPr>
          </a:lstStyle>
          <a:p>
            <a:fld id="{C5EFD6F6-2F20-4B1A-A667-B95C1338A7FC}" type="datetime5">
              <a:rPr lang="zh-CN" altLang="en-US" smtClean="0"/>
              <a:pPr/>
              <a:t>2023/11/13</a:t>
            </a:fld>
            <a:endParaRPr lang="zh-CN" altLang="en-US" dirty="0"/>
          </a:p>
        </p:txBody>
      </p:sp>
      <p:sp>
        <p:nvSpPr>
          <p:cNvPr id="10" name="页脚占位符 2">
            <a:extLst>
              <a:ext uri="{FF2B5EF4-FFF2-40B4-BE49-F238E27FC236}">
                <a16:creationId xmlns:a16="http://schemas.microsoft.com/office/drawing/2014/main" id="{7A08F8AE-EBF9-468B-B7DA-6C4177987749}"/>
              </a:ext>
            </a:extLst>
          </p:cNvPr>
          <p:cNvSpPr>
            <a:spLocks noGrp="1"/>
          </p:cNvSpPr>
          <p:nvPr>
            <p:ph type="ftr" sz="quarter" idx="11"/>
          </p:nvPr>
        </p:nvSpPr>
        <p:spPr/>
        <p:txBody>
          <a:bodyPr/>
          <a:lstStyle>
            <a:lvl1pPr>
              <a:defRPr baseline="0">
                <a:latin typeface="Times New Roman" panose="02020603050405020304" pitchFamily="18" charset="0"/>
                <a:ea typeface="宋体" panose="02010600030101010101" pitchFamily="2" charset="-122"/>
              </a:defRPr>
            </a:lvl1pPr>
          </a:lstStyle>
          <a:p>
            <a:pPr>
              <a:defRPr/>
            </a:pPr>
            <a:endParaRPr lang="zh-CN" altLang="en-US"/>
          </a:p>
        </p:txBody>
      </p:sp>
      <p:sp>
        <p:nvSpPr>
          <p:cNvPr id="11" name="灯片编号占位符 3">
            <a:extLst>
              <a:ext uri="{FF2B5EF4-FFF2-40B4-BE49-F238E27FC236}">
                <a16:creationId xmlns:a16="http://schemas.microsoft.com/office/drawing/2014/main" id="{95ED2846-0561-49EC-99AC-42118DC01ACA}"/>
              </a:ext>
            </a:extLst>
          </p:cNvPr>
          <p:cNvSpPr>
            <a:spLocks noGrp="1"/>
          </p:cNvSpPr>
          <p:nvPr>
            <p:ph type="sldNum" sz="quarter" idx="12"/>
          </p:nvPr>
        </p:nvSpPr>
        <p:spPr/>
        <p:txBody>
          <a:bodyPr/>
          <a:lstStyle>
            <a:lvl1pPr>
              <a:defRPr baseline="0">
                <a:latin typeface="Times New Roman" panose="02020603050405020304" pitchFamily="18" charset="0"/>
                <a:ea typeface="宋体" panose="02010600030101010101" pitchFamily="2" charset="-122"/>
              </a:defRPr>
            </a:lvl1pPr>
          </a:lstStyle>
          <a:p>
            <a:pPr>
              <a:defRPr/>
            </a:pPr>
            <a:fld id="{87765BD0-8639-4309-B2A4-CEF6862AE3FC}" type="slidenum">
              <a:rPr lang="zh-CN" altLang="en-US" smtClean="0"/>
              <a:pPr>
                <a:defRPr/>
              </a:pPr>
              <a:t>‹#›</a:t>
            </a:fld>
            <a:endParaRPr lang="zh-CN" altLang="en-US"/>
          </a:p>
        </p:txBody>
      </p:sp>
      <p:sp>
        <p:nvSpPr>
          <p:cNvPr id="12" name="矩形 11">
            <a:extLst>
              <a:ext uri="{FF2B5EF4-FFF2-40B4-BE49-F238E27FC236}">
                <a16:creationId xmlns:a16="http://schemas.microsoft.com/office/drawing/2014/main" id="{AB399F86-16E9-4431-B20F-1CE198BBC434}"/>
              </a:ext>
            </a:extLst>
          </p:cNvPr>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2" baseline="0" dirty="0">
              <a:solidFill>
                <a:schemeClr val="bg1"/>
              </a:solidFill>
              <a:latin typeface="Times New Roman" panose="02020603050405020304" pitchFamily="18" charset="0"/>
              <a:ea typeface="宋体" panose="02010600030101010101" pitchFamily="2" charset="-122"/>
              <a:cs typeface="宋体" charset="0"/>
            </a:endParaRPr>
          </a:p>
        </p:txBody>
      </p:sp>
      <p:pic>
        <p:nvPicPr>
          <p:cNvPr id="13" name="图片 12" descr="AW视觉符号.jpg">
            <a:extLst>
              <a:ext uri="{FF2B5EF4-FFF2-40B4-BE49-F238E27FC236}">
                <a16:creationId xmlns:a16="http://schemas.microsoft.com/office/drawing/2014/main" id="{D7E4463B-D75A-455D-9120-ED8B6C57DB54}"/>
              </a:ext>
            </a:extLst>
          </p:cNvPr>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19" name="直接连接符 18">
            <a:extLst>
              <a:ext uri="{FF2B5EF4-FFF2-40B4-BE49-F238E27FC236}">
                <a16:creationId xmlns:a16="http://schemas.microsoft.com/office/drawing/2014/main" id="{4041C262-473E-4226-8BC1-3C4F678D4D79}"/>
              </a:ext>
            </a:extLst>
          </p:cNvPr>
          <p:cNvCxnSpPr>
            <a:cxnSpLocks/>
          </p:cNvCxnSpPr>
          <p:nvPr userDrawn="1"/>
        </p:nvCxnSpPr>
        <p:spPr>
          <a:xfrm>
            <a:off x="10529888" y="558800"/>
            <a:ext cx="1285875" cy="0"/>
          </a:xfrm>
          <a:prstGeom prst="line">
            <a:avLst/>
          </a:prstGeom>
          <a:ln w="12700">
            <a:solidFill>
              <a:srgbClr val="064BB2"/>
            </a:solidFill>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D9839371-AD7F-4AA9-B137-F6B473EBEB9B}"/>
              </a:ext>
            </a:extLst>
          </p:cNvPr>
          <p:cNvCxnSpPr>
            <a:cxnSpLocks/>
          </p:cNvCxnSpPr>
          <p:nvPr userDrawn="1"/>
        </p:nvCxnSpPr>
        <p:spPr>
          <a:xfrm>
            <a:off x="6589713" y="558800"/>
            <a:ext cx="1285875" cy="0"/>
          </a:xfrm>
          <a:prstGeom prst="line">
            <a:avLst/>
          </a:prstGeom>
          <a:ln w="12700">
            <a:solidFill>
              <a:srgbClr val="064BB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12322860"/>
      </p:ext>
    </p:extLst>
  </p:cSld>
  <p:clrMapOvr>
    <a:masterClrMapping/>
  </p:clrMapOvr>
  <p:hf sldNum="0" hdr="0" ft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8865591E-F6A9-4405-B720-EDDBC0413155}"/>
              </a:ext>
            </a:extLst>
          </p:cNvPr>
          <p:cNvSpPr>
            <a:spLocks noGrp="1" noChangeArrowheads="1"/>
          </p:cNvSpPr>
          <p:nvPr>
            <p:ph type="title" idx="4294967295"/>
          </p:nvPr>
        </p:nvSpPr>
        <p:spPr bwMode="auto">
          <a:xfrm>
            <a:off x="255588" y="195263"/>
            <a:ext cx="10972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61510517-FAF7-45C6-B579-CD700F47710E}"/>
              </a:ext>
            </a:extLst>
          </p:cNvPr>
          <p:cNvSpPr>
            <a:spLocks noGrp="1" noChangeArrowheads="1"/>
          </p:cNvSpPr>
          <p:nvPr>
            <p:ph type="body" idx="4294967295"/>
          </p:nvPr>
        </p:nvSpPr>
        <p:spPr bwMode="auto">
          <a:xfrm>
            <a:off x="422275" y="1187450"/>
            <a:ext cx="10972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a:t>
            </a:r>
          </a:p>
        </p:txBody>
      </p:sp>
      <p:sp>
        <p:nvSpPr>
          <p:cNvPr id="8" name="日期占位符 7">
            <a:extLst>
              <a:ext uri="{FF2B5EF4-FFF2-40B4-BE49-F238E27FC236}">
                <a16:creationId xmlns:a16="http://schemas.microsoft.com/office/drawing/2014/main" id="{5E70D461-B6CD-42E9-9A0B-0CDC97B2EF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fld id="{8B362659-EDEF-4896-B44C-15816E2E4CD8}" type="datetimeFigureOut">
              <a:rPr lang="zh-CN" altLang="en-US" smtClean="0"/>
              <a:pPr/>
              <a:t>2023/11/13</a:t>
            </a:fld>
            <a:endParaRPr lang="zh-CN" altLang="en-US"/>
          </a:p>
        </p:txBody>
      </p:sp>
      <p:sp>
        <p:nvSpPr>
          <p:cNvPr id="13" name="页脚占位符 12">
            <a:extLst>
              <a:ext uri="{FF2B5EF4-FFF2-40B4-BE49-F238E27FC236}">
                <a16:creationId xmlns:a16="http://schemas.microsoft.com/office/drawing/2014/main" id="{A1BC6B55-8EE6-4CCE-854A-A8EB6C2BB3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endParaRPr lang="zh-CN" altLang="en-US"/>
          </a:p>
        </p:txBody>
      </p:sp>
      <p:sp>
        <p:nvSpPr>
          <p:cNvPr id="14" name="灯片编号占位符 13">
            <a:extLst>
              <a:ext uri="{FF2B5EF4-FFF2-40B4-BE49-F238E27FC236}">
                <a16:creationId xmlns:a16="http://schemas.microsoft.com/office/drawing/2014/main" id="{262F0417-C90C-4CA2-AD37-B360748FE14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baseline="0">
                <a:solidFill>
                  <a:srgbClr val="898989"/>
                </a:solidFill>
                <a:latin typeface="Times New Roman" panose="02020603050405020304" pitchFamily="18" charset="0"/>
                <a:ea typeface="宋体" panose="02010600030101010101" pitchFamily="2" charset="-122"/>
              </a:defRPr>
            </a:lvl1pPr>
          </a:lstStyle>
          <a:p>
            <a:fld id="{414597ED-A428-4847-8034-7A70C69917BC}" type="slidenum">
              <a:rPr lang="zh-CN" altLang="en-US" smtClean="0"/>
              <a:pPr/>
              <a:t>‹#›</a:t>
            </a:fld>
            <a:endParaRPr lang="zh-CN" altLang="en-US"/>
          </a:p>
        </p:txBody>
      </p:sp>
    </p:spTree>
    <p:extLst>
      <p:ext uri="{BB962C8B-B14F-4D97-AF65-F5344CB8AC3E}">
        <p14:creationId xmlns:p14="http://schemas.microsoft.com/office/powerpoint/2010/main" val="2668500973"/>
      </p:ext>
    </p:extLst>
  </p:cSld>
  <p:clrMap bg1="lt1" tx1="dk1" bg2="lt2" tx2="dk2" accent1="accent1" accent2="accent2" accent3="accent3" accent4="accent4" accent5="accent5" accent6="accent6" hlink="hlink" folHlink="folHlink"/>
  <p:sldLayoutIdLst>
    <p:sldLayoutId id="2147483756" r:id="rId1"/>
    <p:sldLayoutId id="2147483762" r:id="rId2"/>
    <p:sldLayoutId id="2147483757" r:id="rId3"/>
    <p:sldLayoutId id="2147483763" r:id="rId4"/>
  </p:sldLayoutIdLst>
  <p:txStyles>
    <p:titleStyle>
      <a:lvl1pPr algn="l" rtl="0" eaLnBrk="1" fontAlgn="base" hangingPunct="1">
        <a:spcBef>
          <a:spcPct val="0"/>
        </a:spcBef>
        <a:spcAft>
          <a:spcPct val="0"/>
        </a:spcAft>
        <a:defRPr sz="2500" baseline="0">
          <a:solidFill>
            <a:schemeClr val="tx1"/>
          </a:solidFill>
          <a:latin typeface="Times New Roman" panose="02020603050405020304" pitchFamily="18" charset="0"/>
          <a:ea typeface="宋体" panose="02010600030101010101" pitchFamily="2" charset="-122"/>
          <a:cs typeface="微软雅黑" charset="0"/>
        </a:defRPr>
      </a:lvl1pPr>
      <a:lvl2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2pPr>
      <a:lvl3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3pPr>
      <a:lvl4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4pPr>
      <a:lvl5pPr algn="l" rtl="0" eaLnBrk="1" fontAlgn="base" hangingPunct="1">
        <a:spcBef>
          <a:spcPct val="0"/>
        </a:spcBef>
        <a:spcAft>
          <a:spcPct val="0"/>
        </a:spcAft>
        <a:defRPr sz="2500">
          <a:solidFill>
            <a:schemeClr val="tx1"/>
          </a:solidFill>
          <a:latin typeface="Calibri" pitchFamily="34" charset="0"/>
          <a:ea typeface="微软雅黑" pitchFamily="34" charset="-122"/>
          <a:cs typeface="微软雅黑" charset="0"/>
        </a:defRPr>
      </a:lvl5pPr>
      <a:lvl6pPr marL="483870" algn="l" rtl="0" eaLnBrk="1" fontAlgn="base" hangingPunct="1">
        <a:spcBef>
          <a:spcPct val="0"/>
        </a:spcBef>
        <a:spcAft>
          <a:spcPct val="0"/>
        </a:spcAft>
        <a:defRPr sz="2540">
          <a:solidFill>
            <a:schemeClr val="tx1"/>
          </a:solidFill>
          <a:latin typeface="Calibri" pitchFamily="34" charset="0"/>
          <a:ea typeface="黑体" panose="02010609060101010101" charset="-122"/>
        </a:defRPr>
      </a:lvl6pPr>
      <a:lvl7pPr marL="967740" algn="l" rtl="0" eaLnBrk="1" fontAlgn="base" hangingPunct="1">
        <a:spcBef>
          <a:spcPct val="0"/>
        </a:spcBef>
        <a:spcAft>
          <a:spcPct val="0"/>
        </a:spcAft>
        <a:defRPr sz="2540">
          <a:solidFill>
            <a:schemeClr val="tx1"/>
          </a:solidFill>
          <a:latin typeface="Calibri" pitchFamily="34" charset="0"/>
          <a:ea typeface="黑体" panose="02010609060101010101" charset="-122"/>
        </a:defRPr>
      </a:lvl7pPr>
      <a:lvl8pPr marL="1450975" algn="l" rtl="0" eaLnBrk="1" fontAlgn="base" hangingPunct="1">
        <a:spcBef>
          <a:spcPct val="0"/>
        </a:spcBef>
        <a:spcAft>
          <a:spcPct val="0"/>
        </a:spcAft>
        <a:defRPr sz="2540">
          <a:solidFill>
            <a:schemeClr val="tx1"/>
          </a:solidFill>
          <a:latin typeface="Calibri" pitchFamily="34" charset="0"/>
          <a:ea typeface="黑体" panose="02010609060101010101" charset="-122"/>
        </a:defRPr>
      </a:lvl8pPr>
      <a:lvl9pPr marL="1934845" algn="l" rtl="0" eaLnBrk="1" fontAlgn="base" hangingPunct="1">
        <a:spcBef>
          <a:spcPct val="0"/>
        </a:spcBef>
        <a:spcAft>
          <a:spcPct val="0"/>
        </a:spcAft>
        <a:defRPr sz="2540">
          <a:solidFill>
            <a:schemeClr val="tx1"/>
          </a:solidFill>
          <a:latin typeface="Calibri" pitchFamily="34" charset="0"/>
          <a:ea typeface="黑体" panose="02010609060101010101" charset="-122"/>
        </a:defRPr>
      </a:lvl9pPr>
    </p:titleStyle>
    <p:bodyStyle>
      <a:lvl1pPr marL="361950" indent="-361950" algn="l" rtl="0" eaLnBrk="1" fontAlgn="base" hangingPunct="1">
        <a:spcBef>
          <a:spcPct val="20000"/>
        </a:spcBef>
        <a:spcAft>
          <a:spcPct val="0"/>
        </a:spcAft>
        <a:buClr>
          <a:srgbClr val="000066"/>
        </a:buClr>
        <a:buFont typeface="Wingdings" panose="05000000000000000000" pitchFamily="2" charset="2"/>
        <a:buChar char="n"/>
        <a:defRPr sz="2100" baseline="0">
          <a:solidFill>
            <a:schemeClr val="tx1"/>
          </a:solidFill>
          <a:latin typeface="Times New Roman" panose="02020603050405020304" pitchFamily="18" charset="0"/>
          <a:ea typeface="宋体" panose="02010600030101010101" pitchFamily="2" charset="-122"/>
          <a:cs typeface="宋体" charset="0"/>
        </a:defRPr>
      </a:lvl1pPr>
      <a:lvl2pPr marL="785813" indent="-301625" algn="l" rtl="0" eaLnBrk="1" fontAlgn="base" hangingPunct="1">
        <a:spcBef>
          <a:spcPct val="20000"/>
        </a:spcBef>
        <a:spcAft>
          <a:spcPct val="0"/>
        </a:spcAft>
        <a:buFont typeface="Arial" panose="020B0604020202020204" pitchFamily="34" charset="0"/>
        <a:buChar char="–"/>
        <a:defRPr sz="2900">
          <a:solidFill>
            <a:schemeClr val="tx1"/>
          </a:solidFill>
          <a:latin typeface="+mn-lt"/>
          <a:ea typeface="+mn-ea"/>
        </a:defRPr>
      </a:lvl2pPr>
      <a:lvl3pPr marL="1208088" indent="-241300" algn="l" rtl="0" eaLnBrk="1" fontAlgn="base" hangingPunct="1">
        <a:spcBef>
          <a:spcPct val="20000"/>
        </a:spcBef>
        <a:spcAft>
          <a:spcPct val="0"/>
        </a:spcAft>
        <a:buFont typeface="Arial" panose="020B0604020202020204" pitchFamily="34" charset="0"/>
        <a:buChar char="•"/>
        <a:defRPr sz="2500">
          <a:solidFill>
            <a:schemeClr val="tx1"/>
          </a:solidFill>
          <a:latin typeface="+mn-lt"/>
          <a:ea typeface="+mn-ea"/>
        </a:defRPr>
      </a:lvl3pPr>
      <a:lvl4pPr marL="1692275"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4pPr>
      <a:lvl5pPr marL="2176463"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5pPr>
      <a:lvl6pPr marL="266065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80604020202020204" pitchFamily="34" charset="0"/>
        <a:buChar char="»"/>
        <a:defRPr sz="2115">
          <a:solidFill>
            <a:schemeClr val="tx1"/>
          </a:solidFill>
          <a:latin typeface="+mn-lt"/>
          <a:ea typeface="+mn-ea"/>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B75B0B3-9C45-43B9-B23D-D3FD629246B1}"/>
              </a:ext>
            </a:extLst>
          </p:cNvPr>
          <p:cNvSpPr>
            <a:spLocks noGrp="1"/>
          </p:cNvSpPr>
          <p:nvPr>
            <p:ph type="title"/>
          </p:nvPr>
        </p:nvSpPr>
        <p:spPr>
          <a:xfrm>
            <a:off x="5042518" y="2778711"/>
            <a:ext cx="6773578" cy="619588"/>
          </a:xfrm>
        </p:spPr>
        <p:txBody>
          <a:bodyPr/>
          <a:lstStyle/>
          <a:p>
            <a:r>
              <a:rPr lang="zh-CN" altLang="en-US" sz="4000" dirty="0">
                <a:cs typeface="Times New Roman" panose="02020603050405020304" pitchFamily="18" charset="0"/>
              </a:rPr>
              <a:t>数据可视化基础</a:t>
            </a:r>
            <a:r>
              <a:rPr lang="en-US" altLang="zh-CN" sz="4000" dirty="0">
                <a:cs typeface="Times New Roman" panose="02020603050405020304" pitchFamily="18" charset="0"/>
              </a:rPr>
              <a:t>(2)</a:t>
            </a:r>
            <a:endParaRPr lang="zh-CN" altLang="en-US" sz="4000" dirty="0">
              <a:cs typeface="Times New Roman" panose="02020603050405020304" pitchFamily="18" charset="0"/>
            </a:endParaRPr>
          </a:p>
        </p:txBody>
      </p:sp>
    </p:spTree>
    <p:extLst>
      <p:ext uri="{BB962C8B-B14F-4D97-AF65-F5344CB8AC3E}">
        <p14:creationId xmlns:p14="http://schemas.microsoft.com/office/powerpoint/2010/main" val="15074862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直接连接符 6">
            <a:extLst>
              <a:ext uri="{FF2B5EF4-FFF2-40B4-BE49-F238E27FC236}">
                <a16:creationId xmlns:a16="http://schemas.microsoft.com/office/drawing/2014/main" id="{0655586B-F6B4-426E-80D1-04ADB3C76375}"/>
              </a:ext>
            </a:extLst>
          </p:cNvPr>
          <p:cNvCxnSpPr>
            <a:cxnSpLocks/>
          </p:cNvCxnSpPr>
          <p:nvPr/>
        </p:nvCxnSpPr>
        <p:spPr>
          <a:xfrm>
            <a:off x="3264947" y="1830662"/>
            <a:ext cx="5910" cy="3325538"/>
          </a:xfrm>
          <a:prstGeom prst="line">
            <a:avLst/>
          </a:prstGeom>
        </p:spPr>
        <p:style>
          <a:lnRef idx="2">
            <a:schemeClr val="dk1"/>
          </a:lnRef>
          <a:fillRef idx="0">
            <a:schemeClr val="dk1"/>
          </a:fillRef>
          <a:effectRef idx="1">
            <a:schemeClr val="dk1"/>
          </a:effectRef>
          <a:fontRef idx="minor">
            <a:schemeClr val="tx1"/>
          </a:fontRef>
        </p:style>
      </p:cxnSp>
      <p:sp>
        <p:nvSpPr>
          <p:cNvPr id="19" name="Line 2">
            <a:extLst>
              <a:ext uri="{FF2B5EF4-FFF2-40B4-BE49-F238E27FC236}">
                <a16:creationId xmlns:a16="http://schemas.microsoft.com/office/drawing/2014/main" id="{E878D2EE-7AD5-42B3-80C8-BF594574CC4F}"/>
              </a:ext>
            </a:extLst>
          </p:cNvPr>
          <p:cNvSpPr>
            <a:spLocks noChangeShapeType="1"/>
          </p:cNvSpPr>
          <p:nvPr/>
        </p:nvSpPr>
        <p:spPr bwMode="auto">
          <a:xfrm>
            <a:off x="2649786" y="4291002"/>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20" name="Oval 15">
            <a:extLst>
              <a:ext uri="{FF2B5EF4-FFF2-40B4-BE49-F238E27FC236}">
                <a16:creationId xmlns:a16="http://schemas.microsoft.com/office/drawing/2014/main" id="{4AA2E115-B5CF-48D7-AAF4-34243C4DB9F7}"/>
              </a:ext>
            </a:extLst>
          </p:cNvPr>
          <p:cNvSpPr>
            <a:spLocks noChangeArrowheads="1"/>
          </p:cNvSpPr>
          <p:nvPr/>
        </p:nvSpPr>
        <p:spPr bwMode="auto">
          <a:xfrm>
            <a:off x="2904947" y="21343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a:r>
              <a:rPr lang="zh-CN" altLang="zh-CN" sz="2400" b="1">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3" name="AutoShape 17">
            <a:hlinkClick r:id="rId2" action="ppaction://hlinksldjump"/>
            <a:extLst>
              <a:ext uri="{FF2B5EF4-FFF2-40B4-BE49-F238E27FC236}">
                <a16:creationId xmlns:a16="http://schemas.microsoft.com/office/drawing/2014/main" id="{4997871B-E7BB-4D54-93A1-FFDCB109D603}"/>
              </a:ext>
            </a:extLst>
          </p:cNvPr>
          <p:cNvSpPr>
            <a:spLocks noChangeArrowheads="1"/>
          </p:cNvSpPr>
          <p:nvPr/>
        </p:nvSpPr>
        <p:spPr bwMode="auto">
          <a:xfrm>
            <a:off x="4000531" y="3938997"/>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掌握</a:t>
            </a:r>
            <a:r>
              <a:rPr lang="en-US" altLang="zh-CN" sz="2400" b="1" dirty="0">
                <a:latin typeface="Times New Roman" panose="02020603050405020304" pitchFamily="18" charset="0"/>
                <a:ea typeface="宋体" panose="02010600030101010101" pitchFamily="2" charset="-122"/>
              </a:rPr>
              <a:t>seaborn</a:t>
            </a:r>
            <a:r>
              <a:rPr lang="zh-CN" altLang="en-US" sz="2400" b="1" dirty="0">
                <a:latin typeface="Times New Roman" panose="02020603050405020304" pitchFamily="18" charset="0"/>
                <a:ea typeface="宋体" panose="02010600030101010101" pitchFamily="2" charset="-122"/>
              </a:rPr>
              <a:t>基础绘图</a:t>
            </a:r>
          </a:p>
        </p:txBody>
      </p:sp>
      <p:sp>
        <p:nvSpPr>
          <p:cNvPr id="4" name="标题 3">
            <a:extLst>
              <a:ext uri="{FF2B5EF4-FFF2-40B4-BE49-F238E27FC236}">
                <a16:creationId xmlns:a16="http://schemas.microsoft.com/office/drawing/2014/main" id="{23AA43DE-EC22-42DF-863E-F4636BE2010D}"/>
              </a:ext>
            </a:extLst>
          </p:cNvPr>
          <p:cNvSpPr>
            <a:spLocks noGrp="1"/>
          </p:cNvSpPr>
          <p:nvPr>
            <p:ph type="title"/>
          </p:nvPr>
        </p:nvSpPr>
        <p:spPr/>
        <p:txBody>
          <a:bodyPr/>
          <a:lstStyle/>
          <a:p>
            <a:r>
              <a:rPr lang="zh-CN" altLang="en-US" sz="2800" dirty="0">
                <a:latin typeface="Times New Roman" panose="02020603050405020304" pitchFamily="18" charset="0"/>
              </a:rPr>
              <a:t>目录</a:t>
            </a:r>
          </a:p>
        </p:txBody>
      </p:sp>
      <p:sp>
        <p:nvSpPr>
          <p:cNvPr id="13" name="AutoShape 17">
            <a:extLst>
              <a:ext uri="{FF2B5EF4-FFF2-40B4-BE49-F238E27FC236}">
                <a16:creationId xmlns:a16="http://schemas.microsoft.com/office/drawing/2014/main" id="{4997871B-E7BB-4D54-93A1-FFDCB109D603}"/>
              </a:ext>
            </a:extLst>
          </p:cNvPr>
          <p:cNvSpPr>
            <a:spLocks noChangeArrowheads="1"/>
          </p:cNvSpPr>
          <p:nvPr/>
        </p:nvSpPr>
        <p:spPr bwMode="auto">
          <a:xfrm>
            <a:off x="4000531" y="20623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sym typeface="微软雅黑" pitchFamily="34" charset="-122"/>
              </a:rPr>
              <a:t>掌握</a:t>
            </a:r>
            <a:r>
              <a:rPr lang="en-US" altLang="zh-CN" sz="2400" b="1" dirty="0">
                <a:solidFill>
                  <a:schemeClr val="bg1"/>
                </a:solidFill>
                <a:latin typeface="Times New Roman" panose="02020603050405020304" pitchFamily="18" charset="0"/>
                <a:ea typeface="宋体" panose="02010600030101010101" pitchFamily="2" charset="-122"/>
                <a:sym typeface="微软雅黑" pitchFamily="34" charset="-122"/>
              </a:rPr>
              <a:t>Matplotlib</a:t>
            </a:r>
            <a:r>
              <a:rPr lang="zh-CN" altLang="en-US" sz="2400" b="1" dirty="0">
                <a:solidFill>
                  <a:schemeClr val="bg1"/>
                </a:solidFill>
                <a:latin typeface="Times New Roman" panose="02020603050405020304" pitchFamily="18" charset="0"/>
                <a:ea typeface="宋体" panose="02010600030101010101" pitchFamily="2" charset="-122"/>
                <a:sym typeface="微软雅黑" pitchFamily="34" charset="-122"/>
              </a:rPr>
              <a:t>基础绘图</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5" name="Oval 15">
            <a:extLst>
              <a:ext uri="{FF2B5EF4-FFF2-40B4-BE49-F238E27FC236}">
                <a16:creationId xmlns:a16="http://schemas.microsoft.com/office/drawing/2014/main" id="{4AA2E115-B5CF-48D7-AAF4-34243C4DB9F7}"/>
              </a:ext>
            </a:extLst>
          </p:cNvPr>
          <p:cNvSpPr>
            <a:spLocks noChangeArrowheads="1"/>
          </p:cNvSpPr>
          <p:nvPr/>
        </p:nvSpPr>
        <p:spPr bwMode="auto">
          <a:xfrm>
            <a:off x="2928857" y="3956997"/>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charset="0"/>
                <a:ea typeface="宋体" pitchFamily="2" charset="-122"/>
              </a:defRPr>
            </a:lvl1pPr>
            <a:lvl2pPr marL="742950" indent="-285750">
              <a:defRPr sz="900">
                <a:solidFill>
                  <a:srgbClr val="000000"/>
                </a:solidFill>
                <a:latin typeface="Arial" charset="0"/>
                <a:ea typeface="宋体" pitchFamily="2" charset="-122"/>
              </a:defRPr>
            </a:lvl2pPr>
            <a:lvl3pPr marL="1143000" indent="-228600">
              <a:defRPr sz="900">
                <a:solidFill>
                  <a:srgbClr val="000000"/>
                </a:solidFill>
                <a:latin typeface="Arial" charset="0"/>
                <a:ea typeface="宋体" pitchFamily="2" charset="-122"/>
              </a:defRPr>
            </a:lvl3pPr>
            <a:lvl4pPr marL="1600200" indent="-228600">
              <a:defRPr sz="900">
                <a:solidFill>
                  <a:srgbClr val="000000"/>
                </a:solidFill>
                <a:latin typeface="Arial" charset="0"/>
                <a:ea typeface="宋体" pitchFamily="2" charset="-122"/>
              </a:defRPr>
            </a:lvl4pPr>
            <a:lvl5pPr marL="2057400" indent="-228600">
              <a:defRPr sz="900">
                <a:solidFill>
                  <a:srgbClr val="000000"/>
                </a:solidFill>
                <a:latin typeface="Arial" charset="0"/>
                <a:ea typeface="宋体" pitchFamily="2" charset="-122"/>
              </a:defRPr>
            </a:lvl5pPr>
            <a:lvl6pPr marL="2514600" indent="-228600" eaLnBrk="0" fontAlgn="base" hangingPunct="0">
              <a:spcBef>
                <a:spcPct val="0"/>
              </a:spcBef>
              <a:spcAft>
                <a:spcPct val="0"/>
              </a:spcAft>
              <a:defRPr sz="900">
                <a:solidFill>
                  <a:srgbClr val="000000"/>
                </a:solidFill>
                <a:latin typeface="Arial" charset="0"/>
                <a:ea typeface="宋体" pitchFamily="2" charset="-122"/>
              </a:defRPr>
            </a:lvl6pPr>
            <a:lvl7pPr marL="2971800" indent="-228600" eaLnBrk="0" fontAlgn="base" hangingPunct="0">
              <a:spcBef>
                <a:spcPct val="0"/>
              </a:spcBef>
              <a:spcAft>
                <a:spcPct val="0"/>
              </a:spcAft>
              <a:defRPr sz="900">
                <a:solidFill>
                  <a:srgbClr val="000000"/>
                </a:solidFill>
                <a:latin typeface="Arial" charset="0"/>
                <a:ea typeface="宋体" pitchFamily="2" charset="-122"/>
              </a:defRPr>
            </a:lvl7pPr>
            <a:lvl8pPr marL="3429000" indent="-228600" eaLnBrk="0" fontAlgn="base" hangingPunct="0">
              <a:spcBef>
                <a:spcPct val="0"/>
              </a:spcBef>
              <a:spcAft>
                <a:spcPct val="0"/>
              </a:spcAft>
              <a:defRPr sz="900">
                <a:solidFill>
                  <a:srgbClr val="000000"/>
                </a:solidFill>
                <a:latin typeface="Arial" charset="0"/>
                <a:ea typeface="宋体" pitchFamily="2" charset="-122"/>
              </a:defRPr>
            </a:lvl8pPr>
            <a:lvl9pPr marL="3886200" indent="-228600" eaLnBrk="0" fontAlgn="base" hangingPunct="0">
              <a:spcBef>
                <a:spcPct val="0"/>
              </a:spcBef>
              <a:spcAft>
                <a:spcPct val="0"/>
              </a:spcAft>
              <a:defRPr sz="900">
                <a:solidFill>
                  <a:srgbClr val="000000"/>
                </a:solidFill>
                <a:latin typeface="Arial" charset="0"/>
                <a:ea typeface="宋体" pitchFamily="2" charset="-122"/>
              </a:defRPr>
            </a:lvl9pPr>
          </a:lstStyle>
          <a:p>
            <a:pPr algn="ctr"/>
            <a:r>
              <a:rPr lang="en-US" altLang="zh-CN" sz="2400" b="1" dirty="0">
                <a:solidFill>
                  <a:schemeClr val="bg1"/>
                </a:solidFill>
                <a:latin typeface="Times New Roman" panose="02020603050405020304" pitchFamily="18" charset="0"/>
              </a:rPr>
              <a:t>2</a:t>
            </a:r>
          </a:p>
        </p:txBody>
      </p:sp>
    </p:spTree>
    <p:extLst>
      <p:ext uri="{BB962C8B-B14F-4D97-AF65-F5344CB8AC3E}">
        <p14:creationId xmlns:p14="http://schemas.microsoft.com/office/powerpoint/2010/main" val="5312149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a:xfrm>
            <a:off x="423819" y="1104181"/>
            <a:ext cx="11538685" cy="5052713"/>
          </a:xfrm>
        </p:spPr>
        <p:txBody>
          <a:bodyPr/>
          <a:lstStyle/>
          <a:p>
            <a:pPr marL="0" indent="0">
              <a:buClr>
                <a:srgbClr val="000066"/>
              </a:buClr>
              <a:buNone/>
            </a:pPr>
            <a:r>
              <a:rPr lang="en-US" altLang="zh-CN" sz="2000" b="1" dirty="0" smtClean="0"/>
              <a:t>1. </a:t>
            </a:r>
            <a:r>
              <a:rPr lang="zh-CN" altLang="en-US" sz="2000" b="1" dirty="0" smtClean="0"/>
              <a:t>了解</a:t>
            </a:r>
            <a:r>
              <a:rPr lang="en-US" altLang="zh-CN" sz="2000" b="1" dirty="0" err="1" smtClean="0"/>
              <a:t>seaborn</a:t>
            </a:r>
            <a:endParaRPr lang="en-US" altLang="zh-CN" sz="2000" b="1" dirty="0" smtClean="0"/>
          </a:p>
          <a:p>
            <a:r>
              <a:rPr lang="en-US" altLang="zh-CN" dirty="0" err="1" smtClean="0"/>
              <a:t>Seaborn</a:t>
            </a:r>
            <a:r>
              <a:rPr lang="zh-CN" altLang="en-US" dirty="0" smtClean="0"/>
              <a:t>是在</a:t>
            </a:r>
            <a:r>
              <a:rPr lang="en-US" altLang="zh-CN" dirty="0" err="1" smtClean="0"/>
              <a:t>Matplotlib</a:t>
            </a:r>
            <a:r>
              <a:rPr lang="zh-CN" altLang="en-US" dirty="0" smtClean="0"/>
              <a:t>的基础上开发的高级可视化库，</a:t>
            </a:r>
            <a:r>
              <a:rPr lang="zh-CN" altLang="en-US" dirty="0" smtClean="0">
                <a:solidFill>
                  <a:srgbClr val="FF0000"/>
                </a:solidFill>
              </a:rPr>
              <a:t>它专注于数据可视化的美学设计</a:t>
            </a:r>
            <a:r>
              <a:rPr lang="zh-CN" altLang="en-US" dirty="0" smtClean="0"/>
              <a:t>和统计图形的绘制。</a:t>
            </a:r>
            <a:r>
              <a:rPr lang="en-US" altLang="zh-CN" dirty="0" err="1" smtClean="0"/>
              <a:t>Seaborn</a:t>
            </a:r>
            <a:r>
              <a:rPr lang="zh-CN" altLang="en-US" dirty="0" smtClean="0"/>
              <a:t>更加注重对数据的探索和分析，以及对美学风格的深入研究。</a:t>
            </a:r>
            <a:endParaRPr lang="en-US" altLang="zh-CN" dirty="0" smtClean="0"/>
          </a:p>
          <a:p>
            <a:endParaRPr lang="en-US" altLang="zh-CN" dirty="0" smtClean="0"/>
          </a:p>
          <a:p>
            <a:r>
              <a:rPr lang="en-US" altLang="zh-CN" dirty="0" err="1" smtClean="0"/>
              <a:t>Matplotlib</a:t>
            </a:r>
            <a:r>
              <a:rPr lang="zh-CN" altLang="en-US" dirty="0"/>
              <a:t>需要大量的代码创建细节；而</a:t>
            </a:r>
            <a:r>
              <a:rPr lang="en-US" altLang="zh-CN" dirty="0" err="1">
                <a:solidFill>
                  <a:srgbClr val="FF0000"/>
                </a:solidFill>
              </a:rPr>
              <a:t>Seaborn</a:t>
            </a:r>
            <a:r>
              <a:rPr lang="zh-CN" altLang="en-US" dirty="0">
                <a:solidFill>
                  <a:srgbClr val="FF0000"/>
                </a:solidFill>
              </a:rPr>
              <a:t>是高级的封装，更为美观，但缺点是一切都是固定</a:t>
            </a:r>
            <a:r>
              <a:rPr lang="zh-CN" altLang="en-US" dirty="0" smtClean="0">
                <a:solidFill>
                  <a:srgbClr val="FF0000"/>
                </a:solidFill>
              </a:rPr>
              <a:t>的</a:t>
            </a:r>
            <a:r>
              <a:rPr lang="zh-CN" altLang="en-US" dirty="0" smtClean="0"/>
              <a:t>。</a:t>
            </a:r>
            <a:endParaRPr lang="en-US" altLang="zh-CN" dirty="0" smtClean="0"/>
          </a:p>
          <a:p>
            <a:endParaRPr lang="en-US" altLang="zh-CN" dirty="0" smtClean="0"/>
          </a:p>
          <a:p>
            <a:r>
              <a:rPr lang="en-US" altLang="zh-CN" dirty="0" err="1"/>
              <a:t>Seaborn</a:t>
            </a:r>
            <a:r>
              <a:rPr lang="zh-CN" altLang="en-US" dirty="0"/>
              <a:t>是用户把自己常用到的可视化绘图过程进行了函数封装，形成的一个“快捷方式”，他相比</a:t>
            </a:r>
            <a:r>
              <a:rPr lang="en-US" altLang="zh-CN" dirty="0" err="1"/>
              <a:t>Matplotlib</a:t>
            </a:r>
            <a:r>
              <a:rPr lang="zh-CN" altLang="en-US" dirty="0"/>
              <a:t>的好处是</a:t>
            </a:r>
            <a:r>
              <a:rPr lang="zh-CN" altLang="en-US" dirty="0">
                <a:solidFill>
                  <a:srgbClr val="FF0000"/>
                </a:solidFill>
              </a:rPr>
              <a:t>代码更简洁</a:t>
            </a:r>
            <a:r>
              <a:rPr lang="zh-CN" altLang="en-US" dirty="0"/>
              <a:t>，可以用一行代码实现一个清晰好看的可视化输出。</a:t>
            </a:r>
            <a:r>
              <a:rPr lang="zh-CN" altLang="en-US" dirty="0">
                <a:solidFill>
                  <a:srgbClr val="FF0000"/>
                </a:solidFill>
              </a:rPr>
              <a:t>主要的缺点则是定制化能力会比较差，只能实现固化的一些可视化模板</a:t>
            </a:r>
            <a:r>
              <a:rPr lang="zh-CN" altLang="en-US" dirty="0" smtClean="0">
                <a:solidFill>
                  <a:srgbClr val="FF0000"/>
                </a:solidFill>
              </a:rPr>
              <a:t>类型。</a:t>
            </a:r>
            <a:endParaRPr lang="en-US" altLang="zh-CN" dirty="0" smtClean="0">
              <a:solidFill>
                <a:srgbClr val="FF0000"/>
              </a:solidFill>
            </a:endParaRPr>
          </a:p>
          <a:p>
            <a:endParaRPr lang="en-US" altLang="zh-CN" dirty="0"/>
          </a:p>
          <a:p>
            <a:endParaRPr lang="en-US" altLang="zh-CN" dirty="0"/>
          </a:p>
          <a:p>
            <a:pPr marL="0" indent="0">
              <a:buNone/>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Tree>
    <p:extLst>
      <p:ext uri="{BB962C8B-B14F-4D97-AF65-F5344CB8AC3E}">
        <p14:creationId xmlns:p14="http://schemas.microsoft.com/office/powerpoint/2010/main" val="2523947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500"/>
                                        <p:tgtEl>
                                          <p:spTgt spid="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5" name="文本框 4">
            <a:extLst>
              <a:ext uri="{FF2B5EF4-FFF2-40B4-BE49-F238E27FC236}">
                <a16:creationId xmlns:a16="http://schemas.microsoft.com/office/drawing/2014/main" id="{24D0C16B-08AD-B6EB-4BF1-C806D26705DF}"/>
              </a:ext>
            </a:extLst>
          </p:cNvPr>
          <p:cNvSpPr txBox="1"/>
          <p:nvPr/>
        </p:nvSpPr>
        <p:spPr>
          <a:xfrm>
            <a:off x="398032" y="904516"/>
            <a:ext cx="5507915" cy="6001643"/>
          </a:xfrm>
          <a:prstGeom prst="rect">
            <a:avLst/>
          </a:prstGeom>
          <a:noFill/>
        </p:spPr>
        <p:txBody>
          <a:bodyPr wrap="square">
            <a:spAutoFit/>
          </a:bodyPr>
          <a:lstStyle/>
          <a:p>
            <a:r>
              <a:rPr lang="zh-CN" altLang="en-US" sz="1600" dirty="0"/>
              <a:t>from matplotlib import pyplot as plt</a:t>
            </a:r>
          </a:p>
          <a:p>
            <a:r>
              <a:rPr lang="zh-CN" altLang="en-US" sz="1600" dirty="0"/>
              <a:t>import pandas as pd</a:t>
            </a:r>
          </a:p>
          <a:p>
            <a:r>
              <a:rPr lang="zh-CN" altLang="en-US" sz="1600" dirty="0"/>
              <a:t>import seaborn as </a:t>
            </a:r>
            <a:r>
              <a:rPr lang="zh-CN" altLang="en-US" sz="1600" dirty="0" smtClean="0"/>
              <a:t>sns</a:t>
            </a:r>
            <a:endParaRPr lang="zh-CN" altLang="en-US" sz="1600" dirty="0"/>
          </a:p>
          <a:p>
            <a:r>
              <a:rPr lang="zh-CN" altLang="en-US" sz="1600" dirty="0"/>
              <a:t># 设置中文字体</a:t>
            </a:r>
          </a:p>
          <a:p>
            <a:r>
              <a:rPr lang="zh-CN" altLang="en-US" sz="1600" dirty="0"/>
              <a:t>plt.rcParams['font.sans-serif'] = ['SimHei']</a:t>
            </a:r>
          </a:p>
          <a:p>
            <a:r>
              <a:rPr lang="zh-CN" altLang="en-US" sz="1600" dirty="0"/>
              <a:t>sns.set_style({'font.sans-serif':['simhei', 'Arial']})</a:t>
            </a:r>
          </a:p>
          <a:p>
            <a:endParaRPr lang="zh-CN" altLang="en-US" sz="1600" dirty="0"/>
          </a:p>
          <a:p>
            <a:r>
              <a:rPr lang="zh-CN" altLang="en-US" sz="1600" dirty="0"/>
              <a:t># 加载数据</a:t>
            </a:r>
          </a:p>
          <a:p>
            <a:r>
              <a:rPr lang="zh-CN" altLang="en-US" sz="1600" dirty="0"/>
              <a:t>hr = pd.read_csv</a:t>
            </a:r>
            <a:r>
              <a:rPr lang="zh-CN" altLang="en-US" sz="1600" dirty="0" smtClean="0"/>
              <a:t>('./</a:t>
            </a:r>
            <a:r>
              <a:rPr lang="zh-CN" altLang="en-US" sz="1600" dirty="0"/>
              <a:t>data/hr.csv', encoding='gbk</a:t>
            </a:r>
            <a:r>
              <a:rPr lang="zh-CN" altLang="en-US" sz="1600" dirty="0" smtClean="0"/>
              <a:t>')</a:t>
            </a:r>
            <a:endParaRPr lang="zh-CN" altLang="en-US" sz="1600" dirty="0"/>
          </a:p>
          <a:p>
            <a:r>
              <a:rPr lang="zh-CN" altLang="en-US" sz="1600" dirty="0"/>
              <a:t>data = hr.head(100</a:t>
            </a:r>
            <a:r>
              <a:rPr lang="zh-CN" altLang="en-US" sz="1600" dirty="0" smtClean="0"/>
              <a:t>)</a:t>
            </a:r>
            <a:endParaRPr lang="en-US" altLang="zh-CN" sz="1600" dirty="0" smtClean="0"/>
          </a:p>
          <a:p>
            <a:endParaRPr lang="zh-CN" altLang="en-US" sz="1600" dirty="0"/>
          </a:p>
          <a:p>
            <a:r>
              <a:rPr lang="zh-CN" altLang="en-US" sz="1600" dirty="0"/>
              <a:t># 使用Matplotlib库绘图</a:t>
            </a:r>
          </a:p>
          <a:p>
            <a:r>
              <a:rPr lang="zh-CN" altLang="en-US" sz="1600" dirty="0"/>
              <a:t>color_map = dict(zip(data['薪资'].unique(), ['b', 'y', 'r']))</a:t>
            </a:r>
          </a:p>
          <a:p>
            <a:r>
              <a:rPr lang="zh-CN" altLang="en-US" sz="1600" dirty="0"/>
              <a:t>for species, group in data.groupby('薪资'):</a:t>
            </a:r>
          </a:p>
          <a:p>
            <a:r>
              <a:rPr lang="zh-CN" altLang="en-US" sz="1600" dirty="0"/>
              <a:t>    plt.scatter(group['每月平均工作小时数（小时）'],</a:t>
            </a:r>
          </a:p>
          <a:p>
            <a:r>
              <a:rPr lang="zh-CN" altLang="en-US" sz="1600" dirty="0"/>
              <a:t>                group['满意度'],</a:t>
            </a:r>
          </a:p>
          <a:p>
            <a:r>
              <a:rPr lang="zh-CN" altLang="en-US" sz="1600" dirty="0"/>
              <a:t>                color=color_map[species], alpha=0.4,</a:t>
            </a:r>
          </a:p>
          <a:p>
            <a:r>
              <a:rPr lang="zh-CN" altLang="en-US" sz="1600" dirty="0"/>
              <a:t>                edgecolors=None, label=species)</a:t>
            </a:r>
          </a:p>
          <a:p>
            <a:r>
              <a:rPr lang="zh-CN" altLang="en-US" sz="1600" dirty="0"/>
              <a:t>plt.legend(frameon=True, title='薪资')</a:t>
            </a:r>
          </a:p>
          <a:p>
            <a:r>
              <a:rPr lang="zh-CN" altLang="en-US" sz="1600" dirty="0"/>
              <a:t>plt.xlabel('平均每个月工作时长（小时）')</a:t>
            </a:r>
          </a:p>
          <a:p>
            <a:r>
              <a:rPr lang="zh-CN" altLang="en-US" sz="1600" dirty="0"/>
              <a:t>plt.ylabel('满意度水平')</a:t>
            </a:r>
          </a:p>
          <a:p>
            <a:r>
              <a:rPr lang="zh-CN" altLang="en-US" sz="1600" dirty="0"/>
              <a:t>plt.title('满意度水平与平均每个月工作小时')</a:t>
            </a:r>
          </a:p>
          <a:p>
            <a:r>
              <a:rPr lang="zh-CN" altLang="en-US" sz="1600" dirty="0"/>
              <a:t>plt.show()</a:t>
            </a:r>
          </a:p>
          <a:p>
            <a:endParaRPr lang="zh-CN" altLang="en-US" sz="1600" dirty="0"/>
          </a:p>
        </p:txBody>
      </p:sp>
      <p:sp>
        <p:nvSpPr>
          <p:cNvPr id="2" name="矩形 1"/>
          <p:cNvSpPr/>
          <p:nvPr/>
        </p:nvSpPr>
        <p:spPr>
          <a:xfrm>
            <a:off x="5905947" y="1402119"/>
            <a:ext cx="6096000" cy="1815882"/>
          </a:xfrm>
          <a:prstGeom prst="rect">
            <a:avLst/>
          </a:prstGeom>
        </p:spPr>
        <p:txBody>
          <a:bodyPr>
            <a:spAutoFit/>
          </a:bodyPr>
          <a:lstStyle/>
          <a:p>
            <a:r>
              <a:rPr lang="zh-CN" altLang="en-US" sz="1600" dirty="0"/>
              <a:t># 使用seaborn库绘图</a:t>
            </a:r>
          </a:p>
          <a:p>
            <a:r>
              <a:rPr lang="zh-CN" altLang="en-US" sz="1600" dirty="0"/>
              <a:t>sns.lmplot('每月平均工作小时数（小时）', '满意度', data, hue='薪资', fit_reg=False, height=4)</a:t>
            </a:r>
          </a:p>
          <a:p>
            <a:r>
              <a:rPr lang="zh-CN" altLang="en-US" sz="1600" dirty="0"/>
              <a:t>plt.xlabel('平均每个月工作时长（小时）')</a:t>
            </a:r>
          </a:p>
          <a:p>
            <a:r>
              <a:rPr lang="zh-CN" altLang="en-US" sz="1600" dirty="0"/>
              <a:t>plt.ylabel('满意度水平')</a:t>
            </a:r>
          </a:p>
          <a:p>
            <a:r>
              <a:rPr lang="zh-CN" altLang="en-US" sz="1600" dirty="0"/>
              <a:t>plt.title('满意度水平与平均每个月工作小时')</a:t>
            </a:r>
          </a:p>
          <a:p>
            <a:r>
              <a:rPr lang="zh-CN" altLang="en-US" sz="1600" dirty="0"/>
              <a:t>plt.show()</a:t>
            </a:r>
          </a:p>
        </p:txBody>
      </p:sp>
      <p:sp>
        <p:nvSpPr>
          <p:cNvPr id="4" name="文本框 3"/>
          <p:cNvSpPr txBox="1"/>
          <p:nvPr/>
        </p:nvSpPr>
        <p:spPr>
          <a:xfrm>
            <a:off x="7046259" y="4539727"/>
            <a:ext cx="2947595" cy="369332"/>
          </a:xfrm>
          <a:prstGeom prst="rect">
            <a:avLst/>
          </a:prstGeom>
          <a:noFill/>
        </p:spPr>
        <p:txBody>
          <a:bodyPr wrap="square" rtlCol="0">
            <a:spAutoFit/>
          </a:bodyPr>
          <a:lstStyle/>
          <a:p>
            <a:r>
              <a:rPr lang="en-US" altLang="zh-CN" dirty="0" err="1" smtClean="0">
                <a:solidFill>
                  <a:srgbClr val="FF0000"/>
                </a:solidFill>
              </a:rPr>
              <a:t>Seaborn</a:t>
            </a:r>
            <a:r>
              <a:rPr lang="zh-CN" altLang="en-US" dirty="0" smtClean="0">
                <a:solidFill>
                  <a:srgbClr val="FF0000"/>
                </a:solidFill>
              </a:rPr>
              <a:t>更简洁</a:t>
            </a:r>
            <a:endParaRPr lang="zh-CN" altLang="en-US" dirty="0">
              <a:solidFill>
                <a:srgbClr val="FF0000"/>
              </a:solidFill>
            </a:endParaRPr>
          </a:p>
        </p:txBody>
      </p:sp>
    </p:spTree>
    <p:extLst>
      <p:ext uri="{BB962C8B-B14F-4D97-AF65-F5344CB8AC3E}">
        <p14:creationId xmlns:p14="http://schemas.microsoft.com/office/powerpoint/2010/main" val="3248121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en-US" altLang="zh-CN" sz="2000" b="1" dirty="0"/>
              <a:t>2. </a:t>
            </a:r>
            <a:r>
              <a:rPr lang="zh-CN" altLang="en-US" sz="2000" b="1" dirty="0"/>
              <a:t>了解</a:t>
            </a:r>
            <a:r>
              <a:rPr lang="en-US" altLang="zh-CN" sz="2000" b="1" dirty="0"/>
              <a:t>seaborn</a:t>
            </a:r>
            <a:r>
              <a:rPr lang="zh-CN" altLang="en-US" sz="2000" b="1" dirty="0"/>
              <a:t>的绘图风格</a:t>
            </a:r>
            <a:endParaRPr lang="en-US" altLang="zh-CN" sz="2000" b="1" dirty="0"/>
          </a:p>
          <a:p>
            <a:pPr marL="0" indent="0">
              <a:buClr>
                <a:srgbClr val="000066"/>
              </a:buClr>
              <a:buNone/>
            </a:pPr>
            <a:r>
              <a:rPr lang="zh-CN" altLang="en-US" sz="2000" b="1" dirty="0"/>
              <a:t>（</a:t>
            </a:r>
            <a:r>
              <a:rPr lang="en-US" altLang="zh-CN" sz="2000" b="1" dirty="0"/>
              <a:t>1</a:t>
            </a:r>
            <a:r>
              <a:rPr lang="zh-CN" altLang="en-US" sz="2000" b="1" dirty="0"/>
              <a:t>） 主题样式</a:t>
            </a:r>
            <a:endParaRPr lang="en-US" altLang="zh-CN" sz="2000" b="1" dirty="0"/>
          </a:p>
          <a:p>
            <a:r>
              <a:rPr lang="zh-CN" altLang="en-US" dirty="0"/>
              <a:t>在</a:t>
            </a:r>
            <a:r>
              <a:rPr lang="en-US" altLang="zh-CN" dirty="0"/>
              <a:t>seaborn</a:t>
            </a:r>
            <a:r>
              <a:rPr lang="zh-CN" altLang="en-US" dirty="0"/>
              <a:t>库中含有</a:t>
            </a:r>
            <a:r>
              <a:rPr lang="en-US" altLang="zh-CN" dirty="0" err="1"/>
              <a:t>darkgrid</a:t>
            </a:r>
            <a:r>
              <a:rPr lang="zh-CN" altLang="en-US" dirty="0"/>
              <a:t>（灰色背景</a:t>
            </a:r>
            <a:r>
              <a:rPr lang="en-US" altLang="zh-CN" dirty="0"/>
              <a:t>+</a:t>
            </a:r>
            <a:r>
              <a:rPr lang="zh-CN" altLang="en-US" dirty="0"/>
              <a:t>白网格）、</a:t>
            </a:r>
            <a:r>
              <a:rPr lang="en-US" altLang="zh-CN" dirty="0" err="1"/>
              <a:t>whitegrid</a:t>
            </a:r>
            <a:r>
              <a:rPr lang="zh-CN" altLang="en-US" dirty="0"/>
              <a:t>（白色背景</a:t>
            </a:r>
            <a:r>
              <a:rPr lang="en-US" altLang="zh-CN" dirty="0"/>
              <a:t>+</a:t>
            </a:r>
            <a:r>
              <a:rPr lang="zh-CN" altLang="en-US" dirty="0"/>
              <a:t>黑网格）、</a:t>
            </a:r>
            <a:r>
              <a:rPr lang="en-US" altLang="zh-CN" dirty="0"/>
              <a:t>dark</a:t>
            </a:r>
            <a:r>
              <a:rPr lang="zh-CN" altLang="en-US" dirty="0"/>
              <a:t>（仅灰色背景）、</a:t>
            </a:r>
            <a:r>
              <a:rPr lang="en-US" altLang="zh-CN" dirty="0"/>
              <a:t>white</a:t>
            </a:r>
            <a:r>
              <a:rPr lang="zh-CN" altLang="en-US" dirty="0"/>
              <a:t>（仅白色背景）和</a:t>
            </a:r>
            <a:r>
              <a:rPr lang="en-US" altLang="zh-CN" dirty="0"/>
              <a:t>ticks</a:t>
            </a:r>
            <a:r>
              <a:rPr lang="zh-CN" altLang="en-US" dirty="0"/>
              <a:t>（坐标轴带刻度）</a:t>
            </a:r>
            <a:r>
              <a:rPr lang="en-US" altLang="zh-CN" dirty="0"/>
              <a:t>5</a:t>
            </a:r>
            <a:r>
              <a:rPr lang="zh-CN" altLang="en-US" dirty="0"/>
              <a:t>种预设的主题。</a:t>
            </a:r>
            <a:endParaRPr lang="en-US" altLang="zh-CN" dirty="0"/>
          </a:p>
          <a:p>
            <a:pPr marL="720000" indent="-362822">
              <a:spcBef>
                <a:spcPts val="900"/>
              </a:spcBef>
              <a:buFont typeface="Arial" pitchFamily="34" charset="0"/>
              <a:buChar char="•"/>
              <a:defRPr/>
            </a:pPr>
            <a:r>
              <a:rPr lang="en-US" altLang="zh-CN" dirty="0" err="1"/>
              <a:t>darkgrid</a:t>
            </a:r>
            <a:r>
              <a:rPr lang="zh-CN" altLang="en-US" dirty="0"/>
              <a:t>与</a:t>
            </a:r>
            <a:r>
              <a:rPr lang="en-US" altLang="zh-CN" dirty="0" err="1"/>
              <a:t>whitegrid</a:t>
            </a:r>
            <a:r>
              <a:rPr lang="zh-CN" altLang="en-US" dirty="0"/>
              <a:t>主题有助于在绘图时进行定量信息的查找。</a:t>
            </a:r>
            <a:endParaRPr lang="en-US" altLang="zh-CN" dirty="0"/>
          </a:p>
          <a:p>
            <a:pPr marL="720000" indent="-362822">
              <a:spcBef>
                <a:spcPts val="900"/>
              </a:spcBef>
              <a:buFont typeface="Arial" pitchFamily="34" charset="0"/>
              <a:buChar char="•"/>
              <a:defRPr/>
            </a:pPr>
            <a:r>
              <a:rPr lang="en-US" altLang="zh-CN" dirty="0"/>
              <a:t>dark</a:t>
            </a:r>
            <a:r>
              <a:rPr lang="zh-CN" altLang="en-US" dirty="0"/>
              <a:t>与</a:t>
            </a:r>
            <a:r>
              <a:rPr lang="en-US" altLang="zh-CN" dirty="0"/>
              <a:t>white</a:t>
            </a:r>
            <a:r>
              <a:rPr lang="zh-CN" altLang="en-US" dirty="0"/>
              <a:t>主题有助于防止网格与表示数据的线条混淆</a:t>
            </a:r>
            <a:endParaRPr lang="en-US" altLang="zh-CN" dirty="0"/>
          </a:p>
          <a:p>
            <a:pPr marL="720000" indent="-362822">
              <a:spcBef>
                <a:spcPts val="900"/>
              </a:spcBef>
              <a:buFont typeface="Arial" pitchFamily="34" charset="0"/>
              <a:buChar char="•"/>
              <a:defRPr/>
            </a:pPr>
            <a:r>
              <a:rPr lang="en-US" altLang="zh-CN" dirty="0"/>
              <a:t>ticks</a:t>
            </a:r>
            <a:r>
              <a:rPr lang="zh-CN" altLang="en-US" dirty="0"/>
              <a:t>主题有助于体现少量特殊的数据元素结构。</a:t>
            </a: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Tree>
    <p:extLst>
      <p:ext uri="{BB962C8B-B14F-4D97-AF65-F5344CB8AC3E}">
        <p14:creationId xmlns:p14="http://schemas.microsoft.com/office/powerpoint/2010/main" val="170138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fade">
                                      <p:cBhvr>
                                        <p:cTn id="3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r>
              <a:rPr lang="zh-CN" altLang="en-US" dirty="0"/>
              <a:t>使用</a:t>
            </a:r>
            <a:r>
              <a:rPr lang="en-US" altLang="zh-CN" dirty="0" err="1"/>
              <a:t>set_style</a:t>
            </a:r>
            <a:r>
              <a:rPr lang="zh-CN" altLang="en-US" dirty="0"/>
              <a:t>函数的基本使用格式如下。</a:t>
            </a:r>
            <a:endParaRPr lang="en-US" altLang="zh-CN" dirty="0"/>
          </a:p>
          <a:p>
            <a:endParaRPr lang="en-US" altLang="zh-CN" dirty="0"/>
          </a:p>
          <a:p>
            <a:endParaRPr lang="en-US" altLang="zh-CN" dirty="0"/>
          </a:p>
          <a:p>
            <a:r>
              <a:rPr lang="en-US" altLang="zh-CN" dirty="0" err="1"/>
              <a:t>set_style</a:t>
            </a:r>
            <a:r>
              <a:rPr lang="zh-CN" altLang="en-US" dirty="0"/>
              <a:t>函数的常用参数及其说明如下表。</a:t>
            </a: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TextBox 5">
            <a:extLst>
              <a:ext uri="{FF2B5EF4-FFF2-40B4-BE49-F238E27FC236}">
                <a16:creationId xmlns:a16="http://schemas.microsoft.com/office/drawing/2014/main" id="{B4A61B0D-1A71-4C87-ABBA-65F565EC55E0}"/>
              </a:ext>
            </a:extLst>
          </p:cNvPr>
          <p:cNvSpPr txBox="1">
            <a:spLocks noChangeArrowheads="1"/>
          </p:cNvSpPr>
          <p:nvPr/>
        </p:nvSpPr>
        <p:spPr bwMode="auto">
          <a:xfrm>
            <a:off x="3052465" y="1849285"/>
            <a:ext cx="97742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seaborn.set_style</a:t>
            </a:r>
            <a:r>
              <a:rPr kumimoji="0" lang="en-US" altLang="zh-CN" sz="2200" i="1" dirty="0">
                <a:latin typeface="Times New Roman" panose="02020603050405020304" pitchFamily="18" charset="0"/>
                <a:cs typeface="Times New Roman" panose="02020603050405020304" pitchFamily="18" charset="0"/>
              </a:rPr>
              <a:t>(style=None, </a:t>
            </a:r>
            <a:r>
              <a:rPr kumimoji="0" lang="en-US" altLang="zh-CN" sz="2200" i="1" dirty="0" err="1">
                <a:latin typeface="Times New Roman" panose="02020603050405020304" pitchFamily="18" charset="0"/>
                <a:cs typeface="Times New Roman" panose="02020603050405020304" pitchFamily="18" charset="0"/>
              </a:rPr>
              <a:t>rc</a:t>
            </a:r>
            <a:r>
              <a:rPr kumimoji="0" lang="en-US" altLang="zh-CN" sz="2200" i="1" dirty="0">
                <a:latin typeface="Times New Roman" panose="02020603050405020304" pitchFamily="18" charset="0"/>
                <a:cs typeface="Times New Roman" panose="02020603050405020304" pitchFamily="18" charset="0"/>
              </a:rPr>
              <a:t>=None)</a:t>
            </a:r>
          </a:p>
        </p:txBody>
      </p:sp>
      <p:graphicFrame>
        <p:nvGraphicFramePr>
          <p:cNvPr id="5" name="表格 4">
            <a:extLst>
              <a:ext uri="{FF2B5EF4-FFF2-40B4-BE49-F238E27FC236}">
                <a16:creationId xmlns:a16="http://schemas.microsoft.com/office/drawing/2014/main" id="{AE7B5BE6-9CC5-426F-BB0C-E686E691A76C}"/>
              </a:ext>
            </a:extLst>
          </p:cNvPr>
          <p:cNvGraphicFramePr>
            <a:graphicFrameLocks noGrp="1"/>
          </p:cNvGraphicFramePr>
          <p:nvPr>
            <p:extLst>
              <p:ext uri="{D42A27DB-BD31-4B8C-83A1-F6EECF244321}">
                <p14:modId xmlns:p14="http://schemas.microsoft.com/office/powerpoint/2010/main" val="477815245"/>
              </p:ext>
            </p:extLst>
          </p:nvPr>
        </p:nvGraphicFramePr>
        <p:xfrm>
          <a:off x="660580" y="3494823"/>
          <a:ext cx="10910736" cy="1296000"/>
        </p:xfrm>
        <a:graphic>
          <a:graphicData uri="http://schemas.openxmlformats.org/drawingml/2006/table">
            <a:tbl>
              <a:tblPr firstRow="1" bandRow="1">
                <a:tableStyleId>{5C22544A-7EE6-4342-B048-85BDC9FD1C3A}</a:tableStyleId>
              </a:tblPr>
              <a:tblGrid>
                <a:gridCol w="1234722">
                  <a:extLst>
                    <a:ext uri="{9D8B030D-6E8A-4147-A177-3AD203B41FA5}">
                      <a16:colId xmlns:a16="http://schemas.microsoft.com/office/drawing/2014/main" val="2337600076"/>
                    </a:ext>
                  </a:extLst>
                </a:gridCol>
                <a:gridCol w="9676014">
                  <a:extLst>
                    <a:ext uri="{9D8B030D-6E8A-4147-A177-3AD203B41FA5}">
                      <a16:colId xmlns:a16="http://schemas.microsoft.com/office/drawing/2014/main" val="2898772737"/>
                    </a:ext>
                  </a:extLst>
                </a:gridCol>
              </a:tblGrid>
              <a:tr h="432000">
                <a:tc>
                  <a:txBody>
                    <a:bodyPr/>
                    <a:lstStyle/>
                    <a:p>
                      <a:pPr algn="ctr"/>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algn="ctr"/>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599120315"/>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style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just"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。表示设置的图形主题风格，可选</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darkgrid</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whitegrid</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dark</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white</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ticks</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7337831"/>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rc</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just"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dict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。表示用于覆盖预设</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seaborn </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样式字典中的值的参数映射。默认为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66895293"/>
                  </a:ext>
                </a:extLst>
              </a:tr>
            </a:tbl>
          </a:graphicData>
        </a:graphic>
      </p:graphicFrame>
    </p:spTree>
    <p:extLst>
      <p:ext uri="{BB962C8B-B14F-4D97-AF65-F5344CB8AC3E}">
        <p14:creationId xmlns:p14="http://schemas.microsoft.com/office/powerpoint/2010/main" val="24403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heel(1)">
                                      <p:cBhvr>
                                        <p:cTn id="11" dur="20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circle(in)">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10" name="文本框 9">
            <a:extLst>
              <a:ext uri="{FF2B5EF4-FFF2-40B4-BE49-F238E27FC236}">
                <a16:creationId xmlns:a16="http://schemas.microsoft.com/office/drawing/2014/main" id="{44A46D6F-573C-6174-BC60-7F009B401872}"/>
              </a:ext>
            </a:extLst>
          </p:cNvPr>
          <p:cNvSpPr txBox="1"/>
          <p:nvPr/>
        </p:nvSpPr>
        <p:spPr>
          <a:xfrm>
            <a:off x="168815" y="1156472"/>
            <a:ext cx="6097836" cy="3693319"/>
          </a:xfrm>
          <a:prstGeom prst="rect">
            <a:avLst/>
          </a:prstGeom>
          <a:noFill/>
        </p:spPr>
        <p:txBody>
          <a:bodyPr wrap="square">
            <a:spAutoFit/>
          </a:bodyPr>
          <a:lstStyle/>
          <a:p>
            <a:r>
              <a:rPr lang="en-US" altLang="zh-CN" dirty="0" err="1"/>
              <a:t>plt.rcParams</a:t>
            </a:r>
            <a:r>
              <a:rPr lang="en-US" altLang="zh-CN" dirty="0"/>
              <a:t>['</a:t>
            </a:r>
            <a:r>
              <a:rPr lang="en-US" altLang="zh-CN" dirty="0" err="1"/>
              <a:t>axes.unicode_minus</a:t>
            </a:r>
            <a:r>
              <a:rPr lang="en-US" altLang="zh-CN" dirty="0"/>
              <a:t>'] = False</a:t>
            </a:r>
          </a:p>
          <a:p>
            <a:r>
              <a:rPr lang="en-US" altLang="zh-CN" dirty="0"/>
              <a:t>x = </a:t>
            </a:r>
            <a:r>
              <a:rPr lang="en-US" altLang="zh-CN" dirty="0" err="1"/>
              <a:t>np.arange</a:t>
            </a:r>
            <a:r>
              <a:rPr lang="en-US" altLang="zh-CN" dirty="0"/>
              <a:t>(1, 10, 2)</a:t>
            </a:r>
          </a:p>
          <a:p>
            <a:r>
              <a:rPr lang="en-US" altLang="zh-CN" dirty="0"/>
              <a:t>y1 = x + 1</a:t>
            </a:r>
          </a:p>
          <a:p>
            <a:r>
              <a:rPr lang="en-US" altLang="zh-CN" dirty="0"/>
              <a:t>y2 = x + 3</a:t>
            </a:r>
          </a:p>
          <a:p>
            <a:r>
              <a:rPr lang="en-US" altLang="zh-CN" dirty="0"/>
              <a:t>y3 = x + 5</a:t>
            </a:r>
          </a:p>
          <a:p>
            <a:r>
              <a:rPr lang="en-US" altLang="zh-CN" dirty="0"/>
              <a:t># </a:t>
            </a:r>
            <a:r>
              <a:rPr lang="zh-CN" altLang="en-US" dirty="0"/>
              <a:t>绘制</a:t>
            </a:r>
            <a:r>
              <a:rPr lang="en-US" altLang="zh-CN" dirty="0"/>
              <a:t>3</a:t>
            </a:r>
            <a:r>
              <a:rPr lang="zh-CN" altLang="en-US" dirty="0"/>
              <a:t>条不同的直线</a:t>
            </a:r>
          </a:p>
          <a:p>
            <a:r>
              <a:rPr lang="en-US" altLang="zh-CN" dirty="0"/>
              <a:t># </a:t>
            </a:r>
            <a:r>
              <a:rPr lang="zh-CN" altLang="en-US" dirty="0"/>
              <a:t>使用</a:t>
            </a:r>
            <a:r>
              <a:rPr lang="en-US" altLang="zh-CN" dirty="0" err="1"/>
              <a:t>Matplotlib</a:t>
            </a:r>
            <a:r>
              <a:rPr lang="zh-CN" altLang="en-US" dirty="0"/>
              <a:t>库绘图</a:t>
            </a:r>
          </a:p>
          <a:p>
            <a:r>
              <a:rPr lang="en-US" altLang="zh-CN" dirty="0" err="1"/>
              <a:t>plt.title</a:t>
            </a:r>
            <a:r>
              <a:rPr lang="en-US" altLang="zh-CN" dirty="0"/>
              <a:t>('</a:t>
            </a:r>
            <a:r>
              <a:rPr lang="en-US" altLang="zh-CN" dirty="0" err="1"/>
              <a:t>Matplotlib</a:t>
            </a:r>
            <a:r>
              <a:rPr lang="zh-CN" altLang="en-US" dirty="0"/>
              <a:t>库的绘图风格</a:t>
            </a:r>
            <a:r>
              <a:rPr lang="en-US" altLang="zh-CN" dirty="0"/>
              <a:t>')</a:t>
            </a:r>
          </a:p>
          <a:p>
            <a:r>
              <a:rPr lang="en-US" altLang="zh-CN" dirty="0" err="1"/>
              <a:t>plt.plot</a:t>
            </a:r>
            <a:r>
              <a:rPr lang="en-US" altLang="zh-CN" dirty="0"/>
              <a:t>(x, y1)</a:t>
            </a:r>
          </a:p>
          <a:p>
            <a:r>
              <a:rPr lang="en-US" altLang="zh-CN" dirty="0" err="1"/>
              <a:t>plt.plot</a:t>
            </a:r>
            <a:r>
              <a:rPr lang="en-US" altLang="zh-CN" dirty="0"/>
              <a:t>(x, y2)</a:t>
            </a:r>
          </a:p>
          <a:p>
            <a:r>
              <a:rPr lang="en-US" altLang="zh-CN" dirty="0" err="1"/>
              <a:t>plt.plot</a:t>
            </a:r>
            <a:r>
              <a:rPr lang="en-US" altLang="zh-CN" dirty="0"/>
              <a:t>(x, y3)</a:t>
            </a:r>
          </a:p>
          <a:p>
            <a:r>
              <a:rPr lang="en-US" altLang="zh-CN" dirty="0" err="1"/>
              <a:t>plt.show</a:t>
            </a:r>
            <a:r>
              <a:rPr lang="en-US" altLang="zh-CN" dirty="0"/>
              <a:t>()</a:t>
            </a:r>
          </a:p>
          <a:p>
            <a:endParaRPr lang="en-US" altLang="zh-CN" dirty="0"/>
          </a:p>
        </p:txBody>
      </p:sp>
      <p:sp>
        <p:nvSpPr>
          <p:cNvPr id="4" name="矩形 3"/>
          <p:cNvSpPr/>
          <p:nvPr/>
        </p:nvSpPr>
        <p:spPr>
          <a:xfrm>
            <a:off x="5741276" y="1431782"/>
            <a:ext cx="6096000" cy="2862322"/>
          </a:xfrm>
          <a:prstGeom prst="rect">
            <a:avLst/>
          </a:prstGeom>
        </p:spPr>
        <p:txBody>
          <a:bodyPr>
            <a:spAutoFit/>
          </a:bodyPr>
          <a:lstStyle/>
          <a:p>
            <a:r>
              <a:rPr lang="en-US" altLang="zh-CN" dirty="0"/>
              <a:t># </a:t>
            </a:r>
            <a:r>
              <a:rPr lang="zh-CN" altLang="en-US" dirty="0"/>
              <a:t>使用</a:t>
            </a:r>
            <a:r>
              <a:rPr lang="en-US" altLang="zh-CN" dirty="0" err="1"/>
              <a:t>seaborn</a:t>
            </a:r>
            <a:r>
              <a:rPr lang="zh-CN" altLang="en-US" dirty="0"/>
              <a:t>库绘图</a:t>
            </a:r>
          </a:p>
          <a:p>
            <a:r>
              <a:rPr lang="en-US" altLang="zh-CN" dirty="0"/>
              <a:t># </a:t>
            </a:r>
            <a:r>
              <a:rPr lang="zh-CN" altLang="en-US" dirty="0"/>
              <a:t>第</a:t>
            </a:r>
            <a:r>
              <a:rPr lang="en-US" altLang="zh-CN" dirty="0"/>
              <a:t>1</a:t>
            </a:r>
            <a:r>
              <a:rPr lang="zh-CN" altLang="en-US" dirty="0"/>
              <a:t>部分</a:t>
            </a:r>
          </a:p>
          <a:p>
            <a:r>
              <a:rPr lang="en-US" altLang="zh-CN" dirty="0" err="1"/>
              <a:t>sns.set_style</a:t>
            </a:r>
            <a:r>
              <a:rPr lang="en-US" altLang="zh-CN" dirty="0"/>
              <a:t>('</a:t>
            </a:r>
            <a:r>
              <a:rPr lang="en-US" altLang="zh-CN" dirty="0" err="1"/>
              <a:t>darkgrid</a:t>
            </a:r>
            <a:r>
              <a:rPr lang="en-US" altLang="zh-CN" dirty="0"/>
              <a:t>')  # </a:t>
            </a:r>
            <a:r>
              <a:rPr lang="zh-CN" altLang="en-US" dirty="0"/>
              <a:t>全黑风格</a:t>
            </a:r>
          </a:p>
          <a:p>
            <a:r>
              <a:rPr lang="en-US" altLang="zh-CN" dirty="0" err="1"/>
              <a:t>sns.set_style</a:t>
            </a:r>
            <a:r>
              <a:rPr lang="en-US" altLang="zh-CN" dirty="0"/>
              <a:t>({'</a:t>
            </a:r>
            <a:r>
              <a:rPr lang="en-US" altLang="zh-CN" dirty="0" err="1"/>
              <a:t>font.sans</a:t>
            </a:r>
            <a:r>
              <a:rPr lang="en-US" altLang="zh-CN" dirty="0"/>
              <a:t>-serif':['</a:t>
            </a:r>
            <a:r>
              <a:rPr lang="en-US" altLang="zh-CN" dirty="0" err="1"/>
              <a:t>simhei</a:t>
            </a:r>
            <a:r>
              <a:rPr lang="en-US" altLang="zh-CN" dirty="0"/>
              <a:t>', 'Arial']})</a:t>
            </a:r>
          </a:p>
          <a:p>
            <a:r>
              <a:rPr lang="en-US" altLang="zh-CN" dirty="0" err="1"/>
              <a:t>plt.title</a:t>
            </a:r>
            <a:r>
              <a:rPr lang="en-US" altLang="zh-CN" dirty="0"/>
              <a:t>('</a:t>
            </a:r>
            <a:r>
              <a:rPr lang="en-US" altLang="zh-CN" dirty="0" err="1"/>
              <a:t>seaborn</a:t>
            </a:r>
            <a:r>
              <a:rPr lang="zh-CN" altLang="en-US" dirty="0"/>
              <a:t>库的绘图风格</a:t>
            </a:r>
            <a:r>
              <a:rPr lang="en-US" altLang="zh-CN" dirty="0"/>
              <a:t>')</a:t>
            </a:r>
          </a:p>
          <a:p>
            <a:r>
              <a:rPr lang="en-US" altLang="zh-CN" dirty="0"/>
              <a:t># </a:t>
            </a:r>
            <a:r>
              <a:rPr lang="zh-CN" altLang="en-US" dirty="0"/>
              <a:t>第</a:t>
            </a:r>
            <a:r>
              <a:rPr lang="en-US" altLang="zh-CN" dirty="0"/>
              <a:t>2</a:t>
            </a:r>
            <a:r>
              <a:rPr lang="zh-CN" altLang="en-US" dirty="0"/>
              <a:t>部分</a:t>
            </a:r>
          </a:p>
          <a:p>
            <a:r>
              <a:rPr lang="en-US" altLang="zh-CN" dirty="0" err="1"/>
              <a:t>sns.lineplot</a:t>
            </a:r>
            <a:r>
              <a:rPr lang="en-US" altLang="zh-CN" dirty="0"/>
              <a:t>(x, y1)</a:t>
            </a:r>
          </a:p>
          <a:p>
            <a:r>
              <a:rPr lang="en-US" altLang="zh-CN" dirty="0" err="1"/>
              <a:t>sns.lineplot</a:t>
            </a:r>
            <a:r>
              <a:rPr lang="en-US" altLang="zh-CN" dirty="0"/>
              <a:t>(x, y2)</a:t>
            </a:r>
          </a:p>
          <a:p>
            <a:r>
              <a:rPr lang="en-US" altLang="zh-CN" dirty="0" err="1"/>
              <a:t>sns.lineplot</a:t>
            </a:r>
            <a:r>
              <a:rPr lang="en-US" altLang="zh-CN" dirty="0"/>
              <a:t>(x, y3)</a:t>
            </a:r>
          </a:p>
          <a:p>
            <a:r>
              <a:rPr lang="en-US" altLang="zh-CN" dirty="0" err="1"/>
              <a:t>plt.show</a:t>
            </a:r>
            <a:r>
              <a:rPr lang="en-US" altLang="zh-CN" dirty="0"/>
              <a:t>()</a:t>
            </a:r>
            <a:endParaRPr lang="zh-CN" altLang="en-US" dirty="0"/>
          </a:p>
        </p:txBody>
      </p:sp>
    </p:spTree>
    <p:extLst>
      <p:ext uri="{BB962C8B-B14F-4D97-AF65-F5344CB8AC3E}">
        <p14:creationId xmlns:p14="http://schemas.microsoft.com/office/powerpoint/2010/main" val="591762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12" name="文本框 11">
            <a:extLst>
              <a:ext uri="{FF2B5EF4-FFF2-40B4-BE49-F238E27FC236}">
                <a16:creationId xmlns:a16="http://schemas.microsoft.com/office/drawing/2014/main" id="{7411CD82-E229-600C-2983-964708381E26}"/>
              </a:ext>
            </a:extLst>
          </p:cNvPr>
          <p:cNvSpPr txBox="1"/>
          <p:nvPr/>
        </p:nvSpPr>
        <p:spPr>
          <a:xfrm>
            <a:off x="6234762" y="703889"/>
            <a:ext cx="6097836" cy="5632311"/>
          </a:xfrm>
          <a:prstGeom prst="rect">
            <a:avLst/>
          </a:prstGeom>
          <a:noFill/>
        </p:spPr>
        <p:txBody>
          <a:bodyPr wrap="square">
            <a:spAutoFit/>
          </a:bodyPr>
          <a:lstStyle/>
          <a:p>
            <a:endParaRPr lang="en-US" altLang="zh-CN" dirty="0"/>
          </a:p>
          <a:p>
            <a:r>
              <a:rPr lang="en-US" altLang="zh-CN" dirty="0"/>
              <a:t>with </a:t>
            </a:r>
            <a:r>
              <a:rPr lang="en-US" altLang="zh-CN" dirty="0" err="1"/>
              <a:t>sns.axes_style</a:t>
            </a:r>
            <a:r>
              <a:rPr lang="en-US" altLang="zh-CN" dirty="0"/>
              <a:t>('dark'):  # </a:t>
            </a:r>
            <a:r>
              <a:rPr lang="zh-CN" altLang="en-US" dirty="0"/>
              <a:t>使用</a:t>
            </a:r>
            <a:r>
              <a:rPr lang="en-US" altLang="zh-CN" dirty="0"/>
              <a:t>dark</a:t>
            </a:r>
            <a:r>
              <a:rPr lang="zh-CN" altLang="en-US" dirty="0"/>
              <a:t>主题</a:t>
            </a:r>
          </a:p>
          <a:p>
            <a:r>
              <a:rPr lang="zh-CN" altLang="en-US" dirty="0"/>
              <a:t>    </a:t>
            </a:r>
            <a:r>
              <a:rPr lang="en-US" altLang="zh-CN" dirty="0" err="1"/>
              <a:t>pic.add_subplot</a:t>
            </a:r>
            <a:r>
              <a:rPr lang="en-US" altLang="zh-CN" dirty="0"/>
              <a:t>(2, 3, 3)</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('dark')</a:t>
            </a:r>
          </a:p>
          <a:p>
            <a:r>
              <a:rPr lang="en-US" altLang="zh-CN" dirty="0"/>
              <a:t>with </a:t>
            </a:r>
            <a:r>
              <a:rPr lang="en-US" altLang="zh-CN" dirty="0" err="1"/>
              <a:t>sns.axes_style</a:t>
            </a:r>
            <a:r>
              <a:rPr lang="en-US" altLang="zh-CN" dirty="0"/>
              <a:t>('white'):  # </a:t>
            </a:r>
            <a:r>
              <a:rPr lang="zh-CN" altLang="en-US" dirty="0"/>
              <a:t>使用</a:t>
            </a:r>
            <a:r>
              <a:rPr lang="en-US" altLang="zh-CN" dirty="0"/>
              <a:t>white</a:t>
            </a:r>
            <a:r>
              <a:rPr lang="zh-CN" altLang="en-US" dirty="0"/>
              <a:t>主题</a:t>
            </a:r>
          </a:p>
          <a:p>
            <a:r>
              <a:rPr lang="zh-CN" altLang="en-US" dirty="0"/>
              <a:t>    </a:t>
            </a:r>
            <a:r>
              <a:rPr lang="en-US" altLang="zh-CN" dirty="0" err="1"/>
              <a:t>pic.add_subplot</a:t>
            </a:r>
            <a:r>
              <a:rPr lang="en-US" altLang="zh-CN" dirty="0"/>
              <a:t>(2, 3, 4)</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('white')</a:t>
            </a:r>
          </a:p>
          <a:p>
            <a:r>
              <a:rPr lang="en-US" altLang="zh-CN" dirty="0"/>
              <a:t>with </a:t>
            </a:r>
            <a:r>
              <a:rPr lang="en-US" altLang="zh-CN" dirty="0" err="1"/>
              <a:t>sns.axes_style</a:t>
            </a:r>
            <a:r>
              <a:rPr lang="en-US" altLang="zh-CN" dirty="0"/>
              <a:t>('ticks'):  # </a:t>
            </a:r>
            <a:r>
              <a:rPr lang="zh-CN" altLang="en-US" dirty="0"/>
              <a:t>使用</a:t>
            </a:r>
            <a:r>
              <a:rPr lang="en-US" altLang="zh-CN" dirty="0"/>
              <a:t>ticks</a:t>
            </a:r>
            <a:r>
              <a:rPr lang="zh-CN" altLang="en-US" dirty="0"/>
              <a:t>主题</a:t>
            </a:r>
          </a:p>
          <a:p>
            <a:r>
              <a:rPr lang="zh-CN" altLang="en-US" dirty="0"/>
              <a:t>    </a:t>
            </a:r>
            <a:r>
              <a:rPr lang="en-US" altLang="zh-CN" dirty="0" err="1"/>
              <a:t>pic.add_subplot</a:t>
            </a:r>
            <a:r>
              <a:rPr lang="en-US" altLang="zh-CN" dirty="0"/>
              <a:t>(2, 3, 5)</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('ticks')</a:t>
            </a:r>
          </a:p>
          <a:p>
            <a:r>
              <a:rPr lang="en-US" altLang="zh-CN" dirty="0" err="1"/>
              <a:t>sns.set_style</a:t>
            </a:r>
            <a:r>
              <a:rPr lang="en-US" altLang="zh-CN" dirty="0"/>
              <a:t>(style='</a:t>
            </a:r>
            <a:r>
              <a:rPr lang="en-US" altLang="zh-CN" dirty="0" err="1"/>
              <a:t>darkgrid</a:t>
            </a:r>
            <a:r>
              <a:rPr lang="en-US" altLang="zh-CN" dirty="0"/>
              <a:t>', </a:t>
            </a:r>
            <a:r>
              <a:rPr lang="en-US" altLang="zh-CN" dirty="0" err="1"/>
              <a:t>rc</a:t>
            </a:r>
            <a:r>
              <a:rPr lang="en-US" altLang="zh-CN" dirty="0"/>
              <a:t>={'</a:t>
            </a:r>
            <a:r>
              <a:rPr lang="en-US" altLang="zh-CN" dirty="0" err="1"/>
              <a:t>font.sans</a:t>
            </a:r>
            <a:r>
              <a:rPr lang="en-US" altLang="zh-CN" dirty="0"/>
              <a:t>-serif': ['</a:t>
            </a:r>
            <a:r>
              <a:rPr lang="en-US" altLang="zh-CN" dirty="0" err="1"/>
              <a:t>MicrosoftYaHei</a:t>
            </a:r>
            <a:r>
              <a:rPr lang="en-US" altLang="zh-CN" dirty="0"/>
              <a:t>', '</a:t>
            </a:r>
            <a:r>
              <a:rPr lang="en-US" altLang="zh-CN" dirty="0" err="1"/>
              <a:t>SimHei</a:t>
            </a:r>
            <a:r>
              <a:rPr lang="en-US" altLang="zh-CN" dirty="0"/>
              <a:t>'],</a:t>
            </a:r>
          </a:p>
          <a:p>
            <a:r>
              <a:rPr lang="en-US" altLang="zh-CN" dirty="0"/>
              <a:t>                            '</a:t>
            </a:r>
            <a:r>
              <a:rPr lang="en-US" altLang="zh-CN" dirty="0" err="1"/>
              <a:t>grid.color</a:t>
            </a:r>
            <a:r>
              <a:rPr lang="en-US" altLang="zh-CN" dirty="0"/>
              <a:t>': 'black'})  # </a:t>
            </a:r>
            <a:r>
              <a:rPr lang="zh-CN" altLang="en-US" dirty="0"/>
              <a:t>修改主题中参数</a:t>
            </a:r>
          </a:p>
          <a:p>
            <a:r>
              <a:rPr lang="en-US" altLang="zh-CN" dirty="0" err="1"/>
              <a:t>pic.add_subplot</a:t>
            </a:r>
            <a:r>
              <a:rPr lang="en-US" altLang="zh-CN" dirty="0"/>
              <a:t>(2, 3, 6)</a:t>
            </a:r>
          </a:p>
          <a:p>
            <a:r>
              <a:rPr lang="en-US" altLang="zh-CN" dirty="0" err="1"/>
              <a:t>showLine</a:t>
            </a:r>
            <a:r>
              <a:rPr lang="en-US" altLang="zh-CN" dirty="0"/>
              <a:t>()</a:t>
            </a:r>
          </a:p>
          <a:p>
            <a:r>
              <a:rPr lang="en-US" altLang="zh-CN" dirty="0" err="1"/>
              <a:t>plt.title</a:t>
            </a:r>
            <a:r>
              <a:rPr lang="en-US" altLang="zh-CN" dirty="0"/>
              <a:t>('</a:t>
            </a:r>
            <a:r>
              <a:rPr lang="zh-CN" altLang="en-US" dirty="0"/>
              <a:t>修改参数</a:t>
            </a:r>
            <a:r>
              <a:rPr lang="en-US" altLang="zh-CN" dirty="0"/>
              <a:t>')</a:t>
            </a:r>
          </a:p>
          <a:p>
            <a:r>
              <a:rPr lang="en-US" altLang="zh-CN" dirty="0" err="1"/>
              <a:t>plt.show</a:t>
            </a:r>
            <a:r>
              <a:rPr lang="en-US" altLang="zh-CN" dirty="0"/>
              <a:t>()</a:t>
            </a:r>
            <a:endParaRPr lang="zh-CN" altLang="en-US" dirty="0"/>
          </a:p>
        </p:txBody>
      </p:sp>
      <p:sp>
        <p:nvSpPr>
          <p:cNvPr id="2" name="矩形 1"/>
          <p:cNvSpPr/>
          <p:nvPr/>
        </p:nvSpPr>
        <p:spPr>
          <a:xfrm>
            <a:off x="508000" y="1119388"/>
            <a:ext cx="6096000" cy="4801314"/>
          </a:xfrm>
          <a:prstGeom prst="rect">
            <a:avLst/>
          </a:prstGeom>
        </p:spPr>
        <p:txBody>
          <a:bodyPr>
            <a:spAutoFit/>
          </a:bodyPr>
          <a:lstStyle/>
          <a:p>
            <a:r>
              <a:rPr lang="en-US" altLang="zh-CN" dirty="0"/>
              <a:t>x = </a:t>
            </a:r>
            <a:r>
              <a:rPr lang="en-US" altLang="zh-CN" dirty="0" err="1"/>
              <a:t>np.arange</a:t>
            </a:r>
            <a:r>
              <a:rPr lang="en-US" altLang="zh-CN" dirty="0"/>
              <a:t>(1, 10, 2)</a:t>
            </a:r>
          </a:p>
          <a:p>
            <a:r>
              <a:rPr lang="en-US" altLang="zh-CN" dirty="0"/>
              <a:t>y1 = x + 1</a:t>
            </a:r>
          </a:p>
          <a:p>
            <a:r>
              <a:rPr lang="en-US" altLang="zh-CN" dirty="0"/>
              <a:t>y2 = x + 3</a:t>
            </a:r>
          </a:p>
          <a:p>
            <a:r>
              <a:rPr lang="en-US" altLang="zh-CN" dirty="0"/>
              <a:t>y3 = x + 5</a:t>
            </a:r>
          </a:p>
          <a:p>
            <a:r>
              <a:rPr lang="en-US" altLang="zh-CN" dirty="0" err="1"/>
              <a:t>def</a:t>
            </a:r>
            <a:r>
              <a:rPr lang="en-US" altLang="zh-CN" dirty="0"/>
              <a:t> </a:t>
            </a:r>
            <a:r>
              <a:rPr lang="en-US" altLang="zh-CN" dirty="0" err="1"/>
              <a:t>showLine</a:t>
            </a:r>
            <a:r>
              <a:rPr lang="en-US" altLang="zh-CN" dirty="0"/>
              <a:t>(flip=1):</a:t>
            </a:r>
          </a:p>
          <a:p>
            <a:r>
              <a:rPr lang="en-US" altLang="zh-CN" dirty="0"/>
              <a:t>    </a:t>
            </a:r>
            <a:r>
              <a:rPr lang="en-US" altLang="zh-CN" dirty="0" err="1"/>
              <a:t>sns.lineplot</a:t>
            </a:r>
            <a:r>
              <a:rPr lang="en-US" altLang="zh-CN" dirty="0"/>
              <a:t>(x, y1)</a:t>
            </a:r>
          </a:p>
          <a:p>
            <a:r>
              <a:rPr lang="en-US" altLang="zh-CN" dirty="0"/>
              <a:t>    </a:t>
            </a:r>
            <a:r>
              <a:rPr lang="en-US" altLang="zh-CN" dirty="0" err="1"/>
              <a:t>sns.lineplot</a:t>
            </a:r>
            <a:r>
              <a:rPr lang="en-US" altLang="zh-CN" dirty="0"/>
              <a:t>(x, y2)</a:t>
            </a:r>
          </a:p>
          <a:p>
            <a:r>
              <a:rPr lang="en-US" altLang="zh-CN" dirty="0"/>
              <a:t>    </a:t>
            </a:r>
            <a:r>
              <a:rPr lang="en-US" altLang="zh-CN" dirty="0" err="1"/>
              <a:t>sns.lineplot</a:t>
            </a:r>
            <a:r>
              <a:rPr lang="en-US" altLang="zh-CN" dirty="0"/>
              <a:t>(x, y3)</a:t>
            </a:r>
          </a:p>
          <a:p>
            <a:r>
              <a:rPr lang="en-US" altLang="zh-CN" dirty="0"/>
              <a:t>pic = </a:t>
            </a:r>
            <a:r>
              <a:rPr lang="en-US" altLang="zh-CN" dirty="0" err="1"/>
              <a:t>plt.figure</a:t>
            </a:r>
            <a:r>
              <a:rPr lang="en-US" altLang="zh-CN" dirty="0"/>
              <a:t>(</a:t>
            </a:r>
            <a:r>
              <a:rPr lang="en-US" altLang="zh-CN" dirty="0" err="1"/>
              <a:t>figsize</a:t>
            </a:r>
            <a:r>
              <a:rPr lang="en-US" altLang="zh-CN" dirty="0"/>
              <a:t>=(12, 8))</a:t>
            </a:r>
          </a:p>
          <a:p>
            <a:r>
              <a:rPr lang="en-US" altLang="zh-CN" dirty="0"/>
              <a:t>with </a:t>
            </a:r>
            <a:r>
              <a:rPr lang="en-US" altLang="zh-CN" dirty="0" err="1"/>
              <a:t>sns.axes_style</a:t>
            </a:r>
            <a:r>
              <a:rPr lang="en-US" altLang="zh-CN" dirty="0"/>
              <a:t>('</a:t>
            </a:r>
            <a:r>
              <a:rPr lang="en-US" altLang="zh-CN" dirty="0" err="1"/>
              <a:t>darkgrid</a:t>
            </a:r>
            <a:r>
              <a:rPr lang="en-US" altLang="zh-CN" dirty="0"/>
              <a:t>'):  # </a:t>
            </a:r>
            <a:r>
              <a:rPr lang="zh-CN" altLang="en-US" dirty="0"/>
              <a:t>使用</a:t>
            </a:r>
            <a:r>
              <a:rPr lang="en-US" altLang="zh-CN" dirty="0" err="1"/>
              <a:t>darkgrid</a:t>
            </a:r>
            <a:r>
              <a:rPr lang="zh-CN" altLang="en-US" dirty="0"/>
              <a:t>主题</a:t>
            </a:r>
          </a:p>
          <a:p>
            <a:r>
              <a:rPr lang="zh-CN" altLang="en-US" dirty="0"/>
              <a:t>    </a:t>
            </a:r>
            <a:r>
              <a:rPr lang="en-US" altLang="zh-CN" dirty="0" err="1"/>
              <a:t>pic.add_subplot</a:t>
            </a:r>
            <a:r>
              <a:rPr lang="en-US" altLang="zh-CN" dirty="0"/>
              <a:t>(2, 3, 1)</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a:t>
            </a:r>
            <a:r>
              <a:rPr lang="en-US" altLang="zh-CN" dirty="0" err="1"/>
              <a:t>darkgrid</a:t>
            </a:r>
            <a:r>
              <a:rPr lang="en-US" altLang="zh-CN" dirty="0"/>
              <a:t>')</a:t>
            </a:r>
          </a:p>
          <a:p>
            <a:r>
              <a:rPr lang="en-US" altLang="zh-CN" dirty="0"/>
              <a:t>with </a:t>
            </a:r>
            <a:r>
              <a:rPr lang="en-US" altLang="zh-CN" dirty="0" err="1"/>
              <a:t>sns.axes_style</a:t>
            </a:r>
            <a:r>
              <a:rPr lang="en-US" altLang="zh-CN" dirty="0"/>
              <a:t>('</a:t>
            </a:r>
            <a:r>
              <a:rPr lang="en-US" altLang="zh-CN" dirty="0" err="1"/>
              <a:t>whitegrid</a:t>
            </a:r>
            <a:r>
              <a:rPr lang="en-US" altLang="zh-CN" dirty="0"/>
              <a:t>'):  # </a:t>
            </a:r>
            <a:r>
              <a:rPr lang="zh-CN" altLang="en-US" dirty="0"/>
              <a:t>使用</a:t>
            </a:r>
            <a:r>
              <a:rPr lang="en-US" altLang="zh-CN" dirty="0" err="1"/>
              <a:t>whitegrid</a:t>
            </a:r>
            <a:r>
              <a:rPr lang="zh-CN" altLang="en-US" dirty="0"/>
              <a:t>主题</a:t>
            </a:r>
          </a:p>
          <a:p>
            <a:r>
              <a:rPr lang="zh-CN" altLang="en-US" dirty="0"/>
              <a:t>    </a:t>
            </a:r>
            <a:r>
              <a:rPr lang="en-US" altLang="zh-CN" dirty="0" err="1"/>
              <a:t>pic.add_subplot</a:t>
            </a:r>
            <a:r>
              <a:rPr lang="en-US" altLang="zh-CN" dirty="0"/>
              <a:t>(2, 3, 2)</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a:t>
            </a:r>
            <a:r>
              <a:rPr lang="en-US" altLang="zh-CN" dirty="0" err="1"/>
              <a:t>whitegrid</a:t>
            </a:r>
            <a:r>
              <a:rPr lang="en-US" altLang="zh-CN" dirty="0"/>
              <a:t>')</a:t>
            </a:r>
            <a:endParaRPr lang="zh-CN" altLang="en-US" dirty="0"/>
          </a:p>
        </p:txBody>
      </p:sp>
    </p:spTree>
    <p:extLst>
      <p:ext uri="{BB962C8B-B14F-4D97-AF65-F5344CB8AC3E}">
        <p14:creationId xmlns:p14="http://schemas.microsoft.com/office/powerpoint/2010/main" val="151202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2</a:t>
            </a:r>
            <a:r>
              <a:rPr lang="zh-CN" altLang="en-US" sz="2000" b="1" dirty="0"/>
              <a:t>） 元素缩放</a:t>
            </a:r>
            <a:endParaRPr lang="en-US" altLang="zh-CN" sz="2000" b="1" dirty="0"/>
          </a:p>
          <a:p>
            <a:r>
              <a:rPr lang="zh-CN" altLang="en-US" dirty="0"/>
              <a:t>在</a:t>
            </a:r>
            <a:r>
              <a:rPr lang="en-US" altLang="zh-CN" dirty="0"/>
              <a:t>seaborn</a:t>
            </a:r>
            <a:r>
              <a:rPr lang="zh-CN" altLang="en-US" dirty="0"/>
              <a:t>库中通过</a:t>
            </a:r>
            <a:r>
              <a:rPr lang="en-US" altLang="zh-CN" dirty="0" err="1"/>
              <a:t>set_context</a:t>
            </a:r>
            <a:r>
              <a:rPr lang="zh-CN" altLang="en-US" dirty="0"/>
              <a:t>函数可以设置输出图片元素的大小尺寸。</a:t>
            </a:r>
            <a:endParaRPr lang="en-US" altLang="zh-CN" dirty="0"/>
          </a:p>
          <a:p>
            <a:r>
              <a:rPr lang="en-US" altLang="zh-CN" dirty="0" err="1"/>
              <a:t>set_context</a:t>
            </a:r>
            <a:r>
              <a:rPr lang="zh-CN" altLang="en-US" dirty="0"/>
              <a:t>函数的基本使用格式如下。</a:t>
            </a:r>
            <a:endParaRPr lang="en-US" altLang="zh-CN" dirty="0"/>
          </a:p>
          <a:p>
            <a:endParaRPr lang="en-US" altLang="zh-CN" dirty="0"/>
          </a:p>
          <a:p>
            <a:endParaRPr lang="en-US" altLang="zh-CN" dirty="0"/>
          </a:p>
          <a:p>
            <a:r>
              <a:rPr lang="en-US" altLang="zh-CN" sz="1800" dirty="0" err="1">
                <a:solidFill>
                  <a:srgbClr val="000000"/>
                </a:solidFill>
                <a:effectLst/>
                <a:latin typeface="Times New Roman" panose="02020603050405020304" pitchFamily="18" charset="0"/>
                <a:ea typeface="宋体" panose="02010600030101010101" pitchFamily="2" charset="-122"/>
              </a:rPr>
              <a:t>set_context</a:t>
            </a:r>
            <a:r>
              <a:rPr lang="zh-CN" altLang="en-US" sz="1800" dirty="0">
                <a:solidFill>
                  <a:srgbClr val="000000"/>
                </a:solidFill>
                <a:effectLst/>
                <a:latin typeface="Times New Roman" panose="02020603050405020304" pitchFamily="18" charset="0"/>
                <a:ea typeface="宋体" panose="02010600030101010101" pitchFamily="2" charset="-122"/>
              </a:rPr>
              <a:t>函数的常用参数及其说明如下表。</a:t>
            </a: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TextBox 5">
            <a:extLst>
              <a:ext uri="{FF2B5EF4-FFF2-40B4-BE49-F238E27FC236}">
                <a16:creationId xmlns:a16="http://schemas.microsoft.com/office/drawing/2014/main" id="{77E6C5BA-B4B4-4F2F-96BB-F1765441BA2E}"/>
              </a:ext>
            </a:extLst>
          </p:cNvPr>
          <p:cNvSpPr txBox="1">
            <a:spLocks noChangeArrowheads="1"/>
          </p:cNvSpPr>
          <p:nvPr/>
        </p:nvSpPr>
        <p:spPr bwMode="auto">
          <a:xfrm>
            <a:off x="1453440" y="2998113"/>
            <a:ext cx="977423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fr-FR" altLang="zh-CN" sz="2200" i="1" dirty="0">
                <a:latin typeface="Times New Roman" panose="02020603050405020304" pitchFamily="18" charset="0"/>
                <a:cs typeface="Times New Roman" panose="02020603050405020304" pitchFamily="18" charset="0"/>
              </a:rPr>
              <a:t>seaborn.set_context(context=None, font_scale=1, rc=None)</a:t>
            </a:r>
            <a:endParaRPr kumimoji="0" lang="en-US" altLang="zh-CN" sz="2200" i="1" dirty="0">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126374DC-4112-438A-9F0C-D6AA5D9D88CE}"/>
              </a:ext>
            </a:extLst>
          </p:cNvPr>
          <p:cNvGraphicFramePr>
            <a:graphicFrameLocks noGrp="1"/>
          </p:cNvGraphicFramePr>
          <p:nvPr>
            <p:extLst>
              <p:ext uri="{D42A27DB-BD31-4B8C-83A1-F6EECF244321}">
                <p14:modId xmlns:p14="http://schemas.microsoft.com/office/powerpoint/2010/main" val="4117986059"/>
              </p:ext>
            </p:extLst>
          </p:nvPr>
        </p:nvGraphicFramePr>
        <p:xfrm>
          <a:off x="1023017" y="4311202"/>
          <a:ext cx="10145965" cy="1728000"/>
        </p:xfrm>
        <a:graphic>
          <a:graphicData uri="http://schemas.openxmlformats.org/drawingml/2006/table">
            <a:tbl>
              <a:tblPr firstRow="1" bandRow="1">
                <a:tableStyleId>{5C22544A-7EE6-4342-B048-85BDC9FD1C3A}</a:tableStyleId>
              </a:tblPr>
              <a:tblGrid>
                <a:gridCol w="1317849">
                  <a:extLst>
                    <a:ext uri="{9D8B030D-6E8A-4147-A177-3AD203B41FA5}">
                      <a16:colId xmlns:a16="http://schemas.microsoft.com/office/drawing/2014/main" val="2337600076"/>
                    </a:ext>
                  </a:extLst>
                </a:gridCol>
                <a:gridCol w="8828116">
                  <a:extLst>
                    <a:ext uri="{9D8B030D-6E8A-4147-A177-3AD203B41FA5}">
                      <a16:colId xmlns:a16="http://schemas.microsoft.com/office/drawing/2014/main" val="2898772737"/>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599120315"/>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context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。表示设置的绘图背景风格，可选</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paper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notebook</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talk</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poster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7337831"/>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font_scale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。表示单独的缩放因子以独立缩放字体元素的大小。默认为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66895293"/>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rc</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dict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。表示参数映射以覆盖预设的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seaborn </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上下文字典中的值。默认为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2561750"/>
                  </a:ext>
                </a:extLst>
              </a:tr>
            </a:tbl>
          </a:graphicData>
        </a:graphic>
      </p:graphicFrame>
    </p:spTree>
    <p:extLst>
      <p:ext uri="{BB962C8B-B14F-4D97-AF65-F5344CB8AC3E}">
        <p14:creationId xmlns:p14="http://schemas.microsoft.com/office/powerpoint/2010/main" val="220068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circle(in)">
                                      <p:cBhvr>
                                        <p:cTn id="2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矩形 3"/>
          <p:cNvSpPr/>
          <p:nvPr/>
        </p:nvSpPr>
        <p:spPr>
          <a:xfrm>
            <a:off x="595085" y="1173992"/>
            <a:ext cx="6096000" cy="5355312"/>
          </a:xfrm>
          <a:prstGeom prst="rect">
            <a:avLst/>
          </a:prstGeom>
        </p:spPr>
        <p:txBody>
          <a:bodyPr>
            <a:spAutoFit/>
          </a:bodyPr>
          <a:lstStyle/>
          <a:p>
            <a:r>
              <a:rPr lang="en-US" altLang="zh-CN" dirty="0" err="1"/>
              <a:t>sns.set</a:t>
            </a:r>
            <a:r>
              <a:rPr lang="en-US" altLang="zh-CN" dirty="0"/>
              <a:t>()</a:t>
            </a:r>
          </a:p>
          <a:p>
            <a:r>
              <a:rPr lang="en-US" altLang="zh-CN" dirty="0"/>
              <a:t>x = </a:t>
            </a:r>
            <a:r>
              <a:rPr lang="en-US" altLang="zh-CN" dirty="0" err="1"/>
              <a:t>np.arange</a:t>
            </a:r>
            <a:r>
              <a:rPr lang="en-US" altLang="zh-CN" dirty="0"/>
              <a:t>(1, 10, 2)</a:t>
            </a:r>
          </a:p>
          <a:p>
            <a:r>
              <a:rPr lang="en-US" altLang="zh-CN" dirty="0"/>
              <a:t>y1 = x + 1</a:t>
            </a:r>
          </a:p>
          <a:p>
            <a:r>
              <a:rPr lang="en-US" altLang="zh-CN" dirty="0"/>
              <a:t>y2 = x + 3</a:t>
            </a:r>
          </a:p>
          <a:p>
            <a:r>
              <a:rPr lang="en-US" altLang="zh-CN" dirty="0"/>
              <a:t>y3 = x + 5</a:t>
            </a:r>
          </a:p>
          <a:p>
            <a:r>
              <a:rPr lang="en-US" altLang="zh-CN" dirty="0" err="1"/>
              <a:t>def</a:t>
            </a:r>
            <a:r>
              <a:rPr lang="en-US" altLang="zh-CN" dirty="0"/>
              <a:t> </a:t>
            </a:r>
            <a:r>
              <a:rPr lang="en-US" altLang="zh-CN" dirty="0" err="1"/>
              <a:t>showLine</a:t>
            </a:r>
            <a:r>
              <a:rPr lang="en-US" altLang="zh-CN" dirty="0"/>
              <a:t>(flip=1):</a:t>
            </a:r>
          </a:p>
          <a:p>
            <a:r>
              <a:rPr lang="en-US" altLang="zh-CN" dirty="0"/>
              <a:t>    </a:t>
            </a:r>
            <a:r>
              <a:rPr lang="en-US" altLang="zh-CN" dirty="0" err="1"/>
              <a:t>sns.lineplot</a:t>
            </a:r>
            <a:r>
              <a:rPr lang="en-US" altLang="zh-CN" dirty="0"/>
              <a:t>(x, y1)</a:t>
            </a:r>
          </a:p>
          <a:p>
            <a:r>
              <a:rPr lang="en-US" altLang="zh-CN" dirty="0"/>
              <a:t>    </a:t>
            </a:r>
            <a:r>
              <a:rPr lang="en-US" altLang="zh-CN" dirty="0" err="1"/>
              <a:t>sns.lineplot</a:t>
            </a:r>
            <a:r>
              <a:rPr lang="en-US" altLang="zh-CN" dirty="0"/>
              <a:t>(x, y2)</a:t>
            </a:r>
          </a:p>
          <a:p>
            <a:r>
              <a:rPr lang="en-US" altLang="zh-CN" dirty="0"/>
              <a:t>    </a:t>
            </a:r>
            <a:r>
              <a:rPr lang="en-US" altLang="zh-CN" dirty="0" err="1"/>
              <a:t>sns.lineplot</a:t>
            </a:r>
            <a:r>
              <a:rPr lang="en-US" altLang="zh-CN" dirty="0"/>
              <a:t>(x, y3)</a:t>
            </a:r>
          </a:p>
          <a:p>
            <a:r>
              <a:rPr lang="en-US" altLang="zh-CN" dirty="0"/>
              <a:t># </a:t>
            </a:r>
            <a:r>
              <a:rPr lang="zh-CN" altLang="en-US" dirty="0"/>
              <a:t>恢复默认参数</a:t>
            </a:r>
          </a:p>
          <a:p>
            <a:r>
              <a:rPr lang="en-US" altLang="zh-CN" dirty="0"/>
              <a:t>pic = </a:t>
            </a:r>
            <a:r>
              <a:rPr lang="en-US" altLang="zh-CN" dirty="0" err="1"/>
              <a:t>plt.figure</a:t>
            </a:r>
            <a:r>
              <a:rPr lang="en-US" altLang="zh-CN" dirty="0"/>
              <a:t>(</a:t>
            </a:r>
            <a:r>
              <a:rPr lang="en-US" altLang="zh-CN" dirty="0" err="1"/>
              <a:t>figsize</a:t>
            </a:r>
            <a:r>
              <a:rPr lang="en-US" altLang="zh-CN" dirty="0"/>
              <a:t>=(8, 8), dpi=100)</a:t>
            </a:r>
          </a:p>
          <a:p>
            <a:r>
              <a:rPr lang="en-US" altLang="zh-CN" dirty="0"/>
              <a:t>with </a:t>
            </a:r>
            <a:r>
              <a:rPr lang="en-US" altLang="zh-CN" dirty="0" err="1"/>
              <a:t>sns.plotting_context</a:t>
            </a:r>
            <a:r>
              <a:rPr lang="en-US" altLang="zh-CN" dirty="0"/>
              <a:t>('paper'):  # </a:t>
            </a:r>
            <a:r>
              <a:rPr lang="zh-CN" altLang="en-US" dirty="0"/>
              <a:t>选择</a:t>
            </a:r>
            <a:r>
              <a:rPr lang="en-US" altLang="zh-CN" dirty="0"/>
              <a:t>paper</a:t>
            </a:r>
            <a:r>
              <a:rPr lang="zh-CN" altLang="en-US" dirty="0"/>
              <a:t>类型</a:t>
            </a:r>
          </a:p>
          <a:p>
            <a:r>
              <a:rPr lang="zh-CN" altLang="en-US" dirty="0"/>
              <a:t>    </a:t>
            </a:r>
            <a:r>
              <a:rPr lang="en-US" altLang="zh-CN" dirty="0" err="1"/>
              <a:t>pic.add_subplot</a:t>
            </a:r>
            <a:r>
              <a:rPr lang="en-US" altLang="zh-CN" dirty="0"/>
              <a:t>(2, 2, 1)</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('paper')</a:t>
            </a:r>
          </a:p>
          <a:p>
            <a:r>
              <a:rPr lang="en-US" altLang="zh-CN" dirty="0"/>
              <a:t>with </a:t>
            </a:r>
            <a:r>
              <a:rPr lang="en-US" altLang="zh-CN" dirty="0" err="1"/>
              <a:t>sns.plotting_context</a:t>
            </a:r>
            <a:r>
              <a:rPr lang="en-US" altLang="zh-CN" dirty="0"/>
              <a:t>('notebook'):  # </a:t>
            </a:r>
            <a:r>
              <a:rPr lang="zh-CN" altLang="en-US" dirty="0"/>
              <a:t>选择</a:t>
            </a:r>
            <a:r>
              <a:rPr lang="en-US" altLang="zh-CN" dirty="0"/>
              <a:t>notebook</a:t>
            </a:r>
            <a:r>
              <a:rPr lang="zh-CN" altLang="en-US" dirty="0"/>
              <a:t>类型</a:t>
            </a:r>
          </a:p>
          <a:p>
            <a:r>
              <a:rPr lang="zh-CN" altLang="en-US" dirty="0"/>
              <a:t>    </a:t>
            </a:r>
            <a:r>
              <a:rPr lang="en-US" altLang="zh-CN" dirty="0" err="1"/>
              <a:t>pic.add_subplot</a:t>
            </a:r>
            <a:r>
              <a:rPr lang="en-US" altLang="zh-CN" dirty="0"/>
              <a:t>(2, 2, 2)</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('notebook</a:t>
            </a:r>
            <a:r>
              <a:rPr lang="en-US" altLang="zh-CN" dirty="0" smtClean="0"/>
              <a:t>')</a:t>
            </a:r>
            <a:endParaRPr lang="en-US" altLang="zh-CN" dirty="0"/>
          </a:p>
        </p:txBody>
      </p:sp>
      <p:sp>
        <p:nvSpPr>
          <p:cNvPr id="5" name="矩形 4"/>
          <p:cNvSpPr/>
          <p:nvPr/>
        </p:nvSpPr>
        <p:spPr>
          <a:xfrm>
            <a:off x="6400799" y="1570282"/>
            <a:ext cx="6096000" cy="2585323"/>
          </a:xfrm>
          <a:prstGeom prst="rect">
            <a:avLst/>
          </a:prstGeom>
        </p:spPr>
        <p:txBody>
          <a:bodyPr>
            <a:spAutoFit/>
          </a:bodyPr>
          <a:lstStyle/>
          <a:p>
            <a:r>
              <a:rPr lang="en-US" altLang="zh-CN" dirty="0"/>
              <a:t>with </a:t>
            </a:r>
            <a:r>
              <a:rPr lang="en-US" altLang="zh-CN" dirty="0" err="1"/>
              <a:t>sns.plotting_context</a:t>
            </a:r>
            <a:r>
              <a:rPr lang="en-US" altLang="zh-CN" dirty="0"/>
              <a:t>('talk'):  # </a:t>
            </a:r>
            <a:r>
              <a:rPr lang="zh-CN" altLang="en-US" dirty="0"/>
              <a:t>选择</a:t>
            </a:r>
            <a:r>
              <a:rPr lang="en-US" altLang="zh-CN" dirty="0"/>
              <a:t>talk</a:t>
            </a:r>
            <a:r>
              <a:rPr lang="zh-CN" altLang="en-US" dirty="0"/>
              <a:t>类型</a:t>
            </a:r>
          </a:p>
          <a:p>
            <a:r>
              <a:rPr lang="zh-CN" altLang="en-US" dirty="0"/>
              <a:t>    </a:t>
            </a:r>
            <a:r>
              <a:rPr lang="en-US" altLang="zh-CN" dirty="0" err="1"/>
              <a:t>pic.add_subplot</a:t>
            </a:r>
            <a:r>
              <a:rPr lang="en-US" altLang="zh-CN" dirty="0"/>
              <a:t>(2, 2, 3)</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('talk')</a:t>
            </a:r>
          </a:p>
          <a:p>
            <a:r>
              <a:rPr lang="en-US" altLang="zh-CN" dirty="0"/>
              <a:t>with </a:t>
            </a:r>
            <a:r>
              <a:rPr lang="en-US" altLang="zh-CN" dirty="0" err="1"/>
              <a:t>sns.plotting_context</a:t>
            </a:r>
            <a:r>
              <a:rPr lang="en-US" altLang="zh-CN" dirty="0"/>
              <a:t>('poster'):  # </a:t>
            </a:r>
            <a:r>
              <a:rPr lang="zh-CN" altLang="en-US" dirty="0"/>
              <a:t>选择</a:t>
            </a:r>
            <a:r>
              <a:rPr lang="en-US" altLang="zh-CN" dirty="0"/>
              <a:t>poster</a:t>
            </a:r>
            <a:r>
              <a:rPr lang="zh-CN" altLang="en-US" dirty="0"/>
              <a:t>类型</a:t>
            </a:r>
          </a:p>
          <a:p>
            <a:r>
              <a:rPr lang="zh-CN" altLang="en-US" dirty="0"/>
              <a:t>    </a:t>
            </a:r>
            <a:r>
              <a:rPr lang="en-US" altLang="zh-CN" dirty="0" err="1"/>
              <a:t>pic.add_subplot</a:t>
            </a:r>
            <a:r>
              <a:rPr lang="en-US" altLang="zh-CN" dirty="0"/>
              <a:t>(2, 2, 4)</a:t>
            </a:r>
          </a:p>
          <a:p>
            <a:r>
              <a:rPr lang="en-US" altLang="zh-CN" dirty="0"/>
              <a:t>    </a:t>
            </a:r>
            <a:r>
              <a:rPr lang="en-US" altLang="zh-CN" dirty="0" err="1"/>
              <a:t>showLine</a:t>
            </a:r>
            <a:r>
              <a:rPr lang="en-US" altLang="zh-CN" dirty="0"/>
              <a:t>()</a:t>
            </a:r>
          </a:p>
          <a:p>
            <a:r>
              <a:rPr lang="en-US" altLang="zh-CN" dirty="0"/>
              <a:t>    </a:t>
            </a:r>
            <a:r>
              <a:rPr lang="en-US" altLang="zh-CN" dirty="0" err="1"/>
              <a:t>plt.title</a:t>
            </a:r>
            <a:r>
              <a:rPr lang="en-US" altLang="zh-CN" dirty="0"/>
              <a:t>('poster')</a:t>
            </a:r>
          </a:p>
          <a:p>
            <a:r>
              <a:rPr lang="en-US" altLang="zh-CN" dirty="0" err="1"/>
              <a:t>plt.show</a:t>
            </a:r>
            <a:r>
              <a:rPr lang="en-US" altLang="zh-CN" dirty="0"/>
              <a:t>()</a:t>
            </a:r>
            <a:endParaRPr lang="zh-CN" altLang="en-US" dirty="0"/>
          </a:p>
        </p:txBody>
      </p:sp>
    </p:spTree>
    <p:extLst>
      <p:ext uri="{BB962C8B-B14F-4D97-AF65-F5344CB8AC3E}">
        <p14:creationId xmlns:p14="http://schemas.microsoft.com/office/powerpoint/2010/main" val="2351468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3</a:t>
            </a:r>
            <a:r>
              <a:rPr lang="zh-CN" altLang="en-US" sz="2000" b="1" dirty="0"/>
              <a:t>） 边框控制</a:t>
            </a:r>
            <a:endParaRPr lang="en-US" altLang="zh-CN" sz="2000" b="1" dirty="0"/>
          </a:p>
          <a:p>
            <a:pPr>
              <a:buClr>
                <a:srgbClr val="000066"/>
              </a:buClr>
            </a:pPr>
            <a:r>
              <a:rPr lang="zh-CN" altLang="en-US" dirty="0"/>
              <a:t>在</a:t>
            </a:r>
            <a:r>
              <a:rPr lang="en-US" altLang="zh-CN" dirty="0"/>
              <a:t>seaborn</a:t>
            </a:r>
            <a:r>
              <a:rPr lang="zh-CN" altLang="en-US" dirty="0"/>
              <a:t>库中，可以使用</a:t>
            </a:r>
            <a:r>
              <a:rPr lang="en-US" altLang="zh-CN" dirty="0" err="1"/>
              <a:t>despine</a:t>
            </a:r>
            <a:r>
              <a:rPr lang="zh-CN" altLang="en-US" dirty="0"/>
              <a:t>函数移除任意位置的边框，调节边框的位置，修剪边框的长短。</a:t>
            </a:r>
            <a:endParaRPr lang="en-US" altLang="zh-CN" dirty="0"/>
          </a:p>
          <a:p>
            <a:pPr>
              <a:buClr>
                <a:srgbClr val="000066"/>
              </a:buClr>
            </a:pPr>
            <a:r>
              <a:rPr lang="en-US" altLang="zh-CN" dirty="0" err="1"/>
              <a:t>despine</a:t>
            </a:r>
            <a:r>
              <a:rPr lang="zh-CN" altLang="en-US" dirty="0"/>
              <a:t>函数的基本使用格式如下。</a:t>
            </a:r>
            <a:endParaRPr lang="en-US" altLang="zh-CN" dirty="0"/>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TextBox 5">
            <a:extLst>
              <a:ext uri="{FF2B5EF4-FFF2-40B4-BE49-F238E27FC236}">
                <a16:creationId xmlns:a16="http://schemas.microsoft.com/office/drawing/2014/main" id="{10F6D829-5967-49F0-9E1B-06D39F33E27B}"/>
              </a:ext>
            </a:extLst>
          </p:cNvPr>
          <p:cNvSpPr txBox="1">
            <a:spLocks noChangeArrowheads="1"/>
          </p:cNvSpPr>
          <p:nvPr/>
        </p:nvSpPr>
        <p:spPr bwMode="auto">
          <a:xfrm>
            <a:off x="1762677" y="3245816"/>
            <a:ext cx="977423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seaborn.despine</a:t>
            </a:r>
            <a:r>
              <a:rPr kumimoji="0" lang="en-US" altLang="zh-CN" sz="2200" i="1" dirty="0">
                <a:latin typeface="Times New Roman" panose="02020603050405020304" pitchFamily="18" charset="0"/>
                <a:cs typeface="Times New Roman" panose="02020603050405020304" pitchFamily="18" charset="0"/>
              </a:rPr>
              <a:t>(fig=None, ax=None, top=True, right=True, left=False, bottom=False, offset=None, trim=False)</a:t>
            </a:r>
          </a:p>
        </p:txBody>
      </p:sp>
    </p:spTree>
    <p:extLst>
      <p:ext uri="{BB962C8B-B14F-4D97-AF65-F5344CB8AC3E}">
        <p14:creationId xmlns:p14="http://schemas.microsoft.com/office/powerpoint/2010/main" val="343399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dirty="0" err="1"/>
              <a:t>despine</a:t>
            </a:r>
            <a:r>
              <a:rPr lang="zh-CN" altLang="en-US" dirty="0"/>
              <a:t>函数的常用参数及其说明如下表。</a:t>
            </a:r>
            <a:endParaRPr lang="en-US" altLang="zh-CN" dirty="0"/>
          </a:p>
          <a:p>
            <a:pPr marL="0" indent="0">
              <a:buClr>
                <a:srgbClr val="000066"/>
              </a:buClr>
              <a:buNone/>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5" name="表格 9">
            <a:extLst>
              <a:ext uri="{FF2B5EF4-FFF2-40B4-BE49-F238E27FC236}">
                <a16:creationId xmlns:a16="http://schemas.microsoft.com/office/drawing/2014/main" id="{13EAF57E-5FDF-4B11-B224-27155F2EADC2}"/>
              </a:ext>
            </a:extLst>
          </p:cNvPr>
          <p:cNvGraphicFramePr>
            <a:graphicFrameLocks noGrp="1"/>
          </p:cNvGraphicFramePr>
          <p:nvPr>
            <p:extLst>
              <p:ext uri="{D42A27DB-BD31-4B8C-83A1-F6EECF244321}">
                <p14:modId xmlns:p14="http://schemas.microsoft.com/office/powerpoint/2010/main" val="2315550986"/>
              </p:ext>
            </p:extLst>
          </p:nvPr>
        </p:nvGraphicFramePr>
        <p:xfrm>
          <a:off x="3099351" y="1858679"/>
          <a:ext cx="6153095" cy="3379146"/>
        </p:xfrm>
        <a:graphic>
          <a:graphicData uri="http://schemas.openxmlformats.org/drawingml/2006/table">
            <a:tbl>
              <a:tblPr firstRow="1" bandRow="1">
                <a:tableStyleId>{5C22544A-7EE6-4342-B048-85BDC9FD1C3A}</a:tableStyleId>
              </a:tblPr>
              <a:tblGrid>
                <a:gridCol w="1082031">
                  <a:extLst>
                    <a:ext uri="{9D8B030D-6E8A-4147-A177-3AD203B41FA5}">
                      <a16:colId xmlns:a16="http://schemas.microsoft.com/office/drawing/2014/main" val="2486219610"/>
                    </a:ext>
                  </a:extLst>
                </a:gridCol>
                <a:gridCol w="5071064">
                  <a:extLst>
                    <a:ext uri="{9D8B030D-6E8A-4147-A177-3AD203B41FA5}">
                      <a16:colId xmlns:a16="http://schemas.microsoft.com/office/drawing/2014/main" val="3350215076"/>
                    </a:ext>
                  </a:extLst>
                </a:gridCol>
              </a:tblGrid>
              <a:tr h="464807">
                <a:tc>
                  <a:txBody>
                    <a:bodyPr/>
                    <a:lstStyle/>
                    <a:p>
                      <a:pPr algn="ctr"/>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algn="ctr"/>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64807">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top</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。表示删除顶部边框。默认为</a:t>
                      </a:r>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423965"/>
                  </a:ext>
                </a:extLst>
              </a:tr>
              <a:tr h="464807">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right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。表示删除右侧边框。默认为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1813464"/>
                  </a:ext>
                </a:extLst>
              </a:tr>
              <a:tr h="464807">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left</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。表示删除左侧边框。默认为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569487"/>
                  </a:ext>
                </a:extLst>
              </a:tr>
              <a:tr h="464807">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bottom</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。表示删除底部边框。默认为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562582"/>
                  </a:ext>
                </a:extLst>
              </a:tr>
              <a:tr h="464807">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offset</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或</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dict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。表示边框与轴的距离。无默认值</a:t>
                      </a:r>
                    </a:p>
                  </a:txBody>
                  <a:tcPr marL="68580" marR="68580" marT="0" marB="0" anchor="ctr"/>
                </a:tc>
                <a:extLst>
                  <a:ext uri="{0D108BD9-81ED-4DB2-BD59-A6C34878D82A}">
                    <a16:rowId xmlns:a16="http://schemas.microsoft.com/office/drawing/2014/main" val="4185982808"/>
                  </a:ext>
                </a:extLst>
              </a:tr>
              <a:tr h="590304">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trim</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。表示将边框限制为每个非指定轴上的最小和最大主刻度。默认为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4582905"/>
                  </a:ext>
                </a:extLst>
              </a:tr>
            </a:tbl>
          </a:graphicData>
        </a:graphic>
      </p:graphicFrame>
    </p:spTree>
    <p:extLst>
      <p:ext uri="{BB962C8B-B14F-4D97-AF65-F5344CB8AC3E}">
        <p14:creationId xmlns:p14="http://schemas.microsoft.com/office/powerpoint/2010/main" val="211519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6" name="文本框 5">
            <a:extLst>
              <a:ext uri="{FF2B5EF4-FFF2-40B4-BE49-F238E27FC236}">
                <a16:creationId xmlns:a16="http://schemas.microsoft.com/office/drawing/2014/main" id="{3FADC383-AB9A-2CAC-A5C5-7F65A9B64E7B}"/>
              </a:ext>
            </a:extLst>
          </p:cNvPr>
          <p:cNvSpPr txBox="1"/>
          <p:nvPr/>
        </p:nvSpPr>
        <p:spPr>
          <a:xfrm>
            <a:off x="3048918" y="1308096"/>
            <a:ext cx="6097836" cy="4247317"/>
          </a:xfrm>
          <a:prstGeom prst="rect">
            <a:avLst/>
          </a:prstGeom>
          <a:noFill/>
        </p:spPr>
        <p:txBody>
          <a:bodyPr wrap="square">
            <a:spAutoFit/>
          </a:bodyPr>
          <a:lstStyle/>
          <a:p>
            <a:endParaRPr lang="zh-CN" altLang="en-US" dirty="0"/>
          </a:p>
          <a:p>
            <a:r>
              <a:rPr lang="zh-CN" altLang="en-US" dirty="0"/>
              <a:t>with sns.axes_style('white'):</a:t>
            </a:r>
          </a:p>
          <a:p>
            <a:r>
              <a:rPr lang="zh-CN" altLang="en-US" dirty="0"/>
              <a:t>    showLine()</a:t>
            </a:r>
          </a:p>
          <a:p>
            <a:r>
              <a:rPr lang="zh-CN" altLang="en-US" dirty="0"/>
              <a:t>    sns.despine()  # 默认无参数状态，就是删除上方和右方的边框</a:t>
            </a:r>
          </a:p>
          <a:p>
            <a:r>
              <a:rPr lang="zh-CN" altLang="en-US" dirty="0"/>
              <a:t>    plt.title('控制图形边框')</a:t>
            </a:r>
          </a:p>
          <a:p>
            <a:r>
              <a:rPr lang="zh-CN" altLang="en-US" dirty="0"/>
              <a:t>plt.show()</a:t>
            </a:r>
          </a:p>
          <a:p>
            <a:endParaRPr lang="zh-CN" altLang="en-US" dirty="0"/>
          </a:p>
          <a:p>
            <a:endParaRPr lang="zh-CN" altLang="en-US" dirty="0"/>
          </a:p>
          <a:p>
            <a:r>
              <a:rPr lang="zh-CN" altLang="en-US" dirty="0"/>
              <a:t>with sns.axes_style('white'):</a:t>
            </a:r>
          </a:p>
          <a:p>
            <a:r>
              <a:rPr lang="zh-CN" altLang="en-US" dirty="0"/>
              <a:t>    data = np.random.normal(size=(20, 6)) + np.arange(6) / 2</a:t>
            </a:r>
          </a:p>
          <a:p>
            <a:r>
              <a:rPr lang="zh-CN" altLang="en-US" dirty="0"/>
              <a:t>    sns.boxplot(data=data)</a:t>
            </a:r>
          </a:p>
          <a:p>
            <a:r>
              <a:rPr lang="zh-CN" altLang="en-US" dirty="0"/>
              <a:t>    sns.despine(offset=10, left=False, bottom=False)</a:t>
            </a:r>
          </a:p>
          <a:p>
            <a:r>
              <a:rPr lang="zh-CN" altLang="en-US" dirty="0"/>
              <a:t>    plt.title('控制图形边框')</a:t>
            </a:r>
          </a:p>
          <a:p>
            <a:r>
              <a:rPr lang="zh-CN" altLang="en-US" dirty="0"/>
              <a:t>plt.show()</a:t>
            </a:r>
          </a:p>
        </p:txBody>
      </p:sp>
    </p:spTree>
    <p:extLst>
      <p:ext uri="{BB962C8B-B14F-4D97-AF65-F5344CB8AC3E}">
        <p14:creationId xmlns:p14="http://schemas.microsoft.com/office/powerpoint/2010/main" val="3115880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en-US" altLang="zh-CN" sz="2000" b="1" dirty="0"/>
              <a:t>3. </a:t>
            </a:r>
            <a:r>
              <a:rPr lang="zh-CN" altLang="en-US" sz="2000" b="1" dirty="0"/>
              <a:t>熟悉</a:t>
            </a:r>
            <a:r>
              <a:rPr lang="en-US" altLang="zh-CN" sz="2000" b="1" dirty="0"/>
              <a:t>seaborn</a:t>
            </a:r>
            <a:r>
              <a:rPr lang="zh-CN" altLang="en-US" sz="2000" b="1" dirty="0"/>
              <a:t>的调色板</a:t>
            </a:r>
            <a:endParaRPr lang="en-US" altLang="zh-CN" sz="2000" b="1" dirty="0"/>
          </a:p>
          <a:p>
            <a:pPr>
              <a:buClr>
                <a:srgbClr val="000066"/>
              </a:buClr>
            </a:pPr>
            <a:r>
              <a:rPr lang="zh-CN" altLang="en-US" dirty="0"/>
              <a:t>颜色在可视化中非常重要，可用于代表各种特征，并且提高整个图的观赏性。</a:t>
            </a:r>
            <a:endParaRPr lang="en-US" altLang="zh-CN" dirty="0"/>
          </a:p>
          <a:p>
            <a:pPr marL="720000" lvl="1" indent="-362822">
              <a:lnSpc>
                <a:spcPct val="150000"/>
              </a:lnSpc>
              <a:spcBef>
                <a:spcPts val="900"/>
              </a:spcBef>
              <a:buFont typeface="Arial" pitchFamily="34" charset="0"/>
              <a:buChar char="•"/>
              <a:defRPr/>
            </a:pPr>
            <a:r>
              <a:rPr lang="zh-CN" altLang="en-US" sz="1800" dirty="0">
                <a:latin typeface="Times New Roman" panose="02020603050405020304" pitchFamily="18" charset="0"/>
                <a:ea typeface="宋体" panose="02010600030101010101" pitchFamily="2" charset="-122"/>
                <a:cs typeface="Times New Roman" pitchFamily="18" charset="0"/>
              </a:rPr>
              <a:t>如果有效的使用颜色，那么可以显示数据中的图案。</a:t>
            </a:r>
            <a:endParaRPr lang="en-US" altLang="zh-CN" sz="1800" dirty="0">
              <a:latin typeface="Times New Roman" panose="02020603050405020304" pitchFamily="18" charset="0"/>
              <a:ea typeface="宋体" panose="02010600030101010101" pitchFamily="2" charset="-122"/>
              <a:cs typeface="Times New Roman" pitchFamily="18" charset="0"/>
            </a:endParaRPr>
          </a:p>
          <a:p>
            <a:pPr marL="720000" lvl="1" indent="-362822">
              <a:lnSpc>
                <a:spcPct val="150000"/>
              </a:lnSpc>
              <a:spcBef>
                <a:spcPts val="900"/>
              </a:spcBef>
              <a:buFont typeface="Arial" pitchFamily="34" charset="0"/>
              <a:buChar char="•"/>
              <a:defRPr/>
            </a:pPr>
            <a:r>
              <a:rPr lang="zh-CN" altLang="en-US" sz="1800" dirty="0">
                <a:latin typeface="Times New Roman" panose="02020603050405020304" pitchFamily="18" charset="0"/>
                <a:ea typeface="宋体" panose="02010600030101010101" pitchFamily="2" charset="-122"/>
                <a:cs typeface="Times New Roman" pitchFamily="18" charset="0"/>
              </a:rPr>
              <a:t>如果颜色使用不当，那么将会隐藏数据中图案。</a:t>
            </a:r>
            <a:endParaRPr lang="en-US" altLang="zh-CN" sz="1800" dirty="0">
              <a:latin typeface="Times New Roman" panose="02020603050405020304" pitchFamily="18" charset="0"/>
              <a:ea typeface="宋体" panose="02010600030101010101" pitchFamily="2" charset="-122"/>
              <a:cs typeface="Times New Roman" pitchFamily="18" charset="0"/>
            </a:endParaRPr>
          </a:p>
          <a:p>
            <a:pPr>
              <a:buClr>
                <a:srgbClr val="000066"/>
              </a:buClr>
            </a:pPr>
            <a:r>
              <a:rPr lang="zh-CN" altLang="en-US" dirty="0"/>
              <a:t>常用于调色板的函数及其作用如下表。</a:t>
            </a:r>
            <a:endParaRPr lang="en-US" altLang="zh-CN" dirty="0"/>
          </a:p>
          <a:p>
            <a:pPr>
              <a:buClr>
                <a:srgbClr val="000066"/>
              </a:buClr>
            </a:pPr>
            <a:endParaRPr lang="en-US" altLang="zh-CN" dirty="0"/>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4" name="表格 9">
            <a:extLst>
              <a:ext uri="{FF2B5EF4-FFF2-40B4-BE49-F238E27FC236}">
                <a16:creationId xmlns:a16="http://schemas.microsoft.com/office/drawing/2014/main" id="{FB3BE7B6-6CCF-4B7A-B3DE-ADF01708236A}"/>
              </a:ext>
            </a:extLst>
          </p:cNvPr>
          <p:cNvGraphicFramePr>
            <a:graphicFrameLocks noGrp="1"/>
          </p:cNvGraphicFramePr>
          <p:nvPr>
            <p:extLst>
              <p:ext uri="{D42A27DB-BD31-4B8C-83A1-F6EECF244321}">
                <p14:modId xmlns:p14="http://schemas.microsoft.com/office/powerpoint/2010/main" val="2054773519"/>
              </p:ext>
            </p:extLst>
          </p:nvPr>
        </p:nvGraphicFramePr>
        <p:xfrm>
          <a:off x="1156955" y="3874890"/>
          <a:ext cx="10070722" cy="2160000"/>
        </p:xfrm>
        <a:graphic>
          <a:graphicData uri="http://schemas.openxmlformats.org/drawingml/2006/table">
            <a:tbl>
              <a:tblPr firstRow="1" bandRow="1">
                <a:tableStyleId>{5C22544A-7EE6-4342-B048-85BDC9FD1C3A}</a:tableStyleId>
              </a:tblPr>
              <a:tblGrid>
                <a:gridCol w="2573097">
                  <a:extLst>
                    <a:ext uri="{9D8B030D-6E8A-4147-A177-3AD203B41FA5}">
                      <a16:colId xmlns:a16="http://schemas.microsoft.com/office/drawing/2014/main" val="2486219610"/>
                    </a:ext>
                  </a:extLst>
                </a:gridCol>
                <a:gridCol w="7497625">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函数名称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函数作用</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diverging_palette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用于创建离散调色板</a:t>
                      </a:r>
                    </a:p>
                  </a:txBody>
                  <a:tcPr marL="68580" marR="68580" marT="0" marB="0" anchor="ctr"/>
                </a:tc>
                <a:extLst>
                  <a:ext uri="{0D108BD9-81ED-4DB2-BD59-A6C34878D82A}">
                    <a16:rowId xmlns:a16="http://schemas.microsoft.com/office/drawing/2014/main" val="3628769123"/>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choose_diverging_palette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启动交互式小部件选择不同的调色板，与</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diverging_palette</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函数功能相对应</a:t>
                      </a:r>
                    </a:p>
                  </a:txBody>
                  <a:tcPr marL="68580" marR="68580" marT="0" marB="0" anchor="ctr"/>
                </a:tc>
                <a:extLst>
                  <a:ext uri="{0D108BD9-81ED-4DB2-BD59-A6C34878D82A}">
                    <a16:rowId xmlns:a16="http://schemas.microsoft.com/office/drawing/2014/main" val="543756674"/>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color_palette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用于返回定义调色板的颜色列表或连续颜色图</a:t>
                      </a:r>
                    </a:p>
                  </a:txBody>
                  <a:tcPr marL="68580" marR="68580" marT="0" marB="0" anchor="ctr"/>
                </a:tc>
                <a:extLst>
                  <a:ext uri="{0D108BD9-81ED-4DB2-BD59-A6C34878D82A}">
                    <a16:rowId xmlns:a16="http://schemas.microsoft.com/office/drawing/2014/main" val="373212023"/>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set_palette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用于设置调色板，为所有图设置默认颜色周期</a:t>
                      </a:r>
                    </a:p>
                  </a:txBody>
                  <a:tcPr marL="68580" marR="68580" marT="0" marB="0" anchor="ctr"/>
                </a:tc>
                <a:extLst>
                  <a:ext uri="{0D108BD9-81ED-4DB2-BD59-A6C34878D82A}">
                    <a16:rowId xmlns:a16="http://schemas.microsoft.com/office/drawing/2014/main" val="201641633"/>
                  </a:ext>
                </a:extLst>
              </a:tr>
            </a:tbl>
          </a:graphicData>
        </a:graphic>
      </p:graphicFrame>
    </p:spTree>
    <p:extLst>
      <p:ext uri="{BB962C8B-B14F-4D97-AF65-F5344CB8AC3E}">
        <p14:creationId xmlns:p14="http://schemas.microsoft.com/office/powerpoint/2010/main" val="228764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ircle(in)">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zh-CN" altLang="en-US" dirty="0"/>
              <a:t>常用于调色板的函数及其作用如下表。</a:t>
            </a:r>
            <a:endParaRPr lang="en-US" altLang="zh-CN" dirty="0"/>
          </a:p>
          <a:p>
            <a:pPr marL="0" indent="457200">
              <a:buClr>
                <a:srgbClr val="000066"/>
              </a:buClr>
              <a:buNone/>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4" name="表格 9">
            <a:extLst>
              <a:ext uri="{FF2B5EF4-FFF2-40B4-BE49-F238E27FC236}">
                <a16:creationId xmlns:a16="http://schemas.microsoft.com/office/drawing/2014/main" id="{EDF07B33-850A-4F10-AB13-FA82668ACF8E}"/>
              </a:ext>
            </a:extLst>
          </p:cNvPr>
          <p:cNvGraphicFramePr>
            <a:graphicFrameLocks noGrp="1"/>
          </p:cNvGraphicFramePr>
          <p:nvPr>
            <p:extLst>
              <p:ext uri="{D42A27DB-BD31-4B8C-83A1-F6EECF244321}">
                <p14:modId xmlns:p14="http://schemas.microsoft.com/office/powerpoint/2010/main" val="3067947516"/>
              </p:ext>
            </p:extLst>
          </p:nvPr>
        </p:nvGraphicFramePr>
        <p:xfrm>
          <a:off x="2424318" y="2027140"/>
          <a:ext cx="7343363" cy="3024000"/>
        </p:xfrm>
        <a:graphic>
          <a:graphicData uri="http://schemas.openxmlformats.org/drawingml/2006/table">
            <a:tbl>
              <a:tblPr firstRow="1" bandRow="1">
                <a:tableStyleId>{5C22544A-7EE6-4342-B048-85BDC9FD1C3A}</a:tableStyleId>
              </a:tblPr>
              <a:tblGrid>
                <a:gridCol w="2102580">
                  <a:extLst>
                    <a:ext uri="{9D8B030D-6E8A-4147-A177-3AD203B41FA5}">
                      <a16:colId xmlns:a16="http://schemas.microsoft.com/office/drawing/2014/main" val="2486219610"/>
                    </a:ext>
                  </a:extLst>
                </a:gridCol>
                <a:gridCol w="5240783">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函数名称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函数作用</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hls_palette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用于控制调色板颜色的亮度和饱和</a:t>
                      </a:r>
                    </a:p>
                  </a:txBody>
                  <a:tcPr marL="68580" marR="68580" marT="0" marB="0" anchor="ctr"/>
                </a:tc>
                <a:extLst>
                  <a:ext uri="{0D108BD9-81ED-4DB2-BD59-A6C34878D82A}">
                    <a16:rowId xmlns:a16="http://schemas.microsoft.com/office/drawing/2014/main" val="481423965"/>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xkcd_palette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使用</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xkcd</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颜色中的颜色名称创建调色板</a:t>
                      </a:r>
                    </a:p>
                  </a:txBody>
                  <a:tcPr marL="68580" marR="68580" marT="0" marB="0" anchor="ctr"/>
                </a:tc>
                <a:extLst>
                  <a:ext uri="{0D108BD9-81ED-4DB2-BD59-A6C34878D82A}">
                    <a16:rowId xmlns:a16="http://schemas.microsoft.com/office/drawing/2014/main" val="3451813464"/>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cubehelix_palette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用于创建连续调色板</a:t>
                      </a:r>
                    </a:p>
                  </a:txBody>
                  <a:tcPr marL="68580" marR="68580" marT="0" marB="0" anchor="ctr"/>
                </a:tc>
                <a:extLst>
                  <a:ext uri="{0D108BD9-81ED-4DB2-BD59-A6C34878D82A}">
                    <a16:rowId xmlns:a16="http://schemas.microsoft.com/office/drawing/2014/main" val="290569487"/>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light_palette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用于创建颜色从浅色或深色的连续调色板</a:t>
                      </a:r>
                    </a:p>
                  </a:txBody>
                  <a:tcPr marL="68580" marR="68580" marT="0" marB="0" anchor="ctr"/>
                </a:tc>
                <a:extLst>
                  <a:ext uri="{0D108BD9-81ED-4DB2-BD59-A6C34878D82A}">
                    <a16:rowId xmlns:a16="http://schemas.microsoft.com/office/drawing/2014/main" val="94562582"/>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dark_palette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用于创建颜色从深色到深色混合的连续调色板</a:t>
                      </a:r>
                    </a:p>
                  </a:txBody>
                  <a:tcPr marL="68580" marR="68580" marT="0" marB="0" anchor="ctr"/>
                </a:tc>
                <a:extLst>
                  <a:ext uri="{0D108BD9-81ED-4DB2-BD59-A6C34878D82A}">
                    <a16:rowId xmlns:a16="http://schemas.microsoft.com/office/drawing/2014/main" val="4185982808"/>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choose_light_palette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启动一个交互式小部件以创建一个浅色连续调色板</a:t>
                      </a:r>
                    </a:p>
                  </a:txBody>
                  <a:tcPr marL="68580" marR="68580" marT="0" marB="0" anchor="ctr"/>
                </a:tc>
                <a:extLst>
                  <a:ext uri="{0D108BD9-81ED-4DB2-BD59-A6C34878D82A}">
                    <a16:rowId xmlns:a16="http://schemas.microsoft.com/office/drawing/2014/main" val="2704582905"/>
                  </a:ext>
                </a:extLst>
              </a:tr>
            </a:tbl>
          </a:graphicData>
        </a:graphic>
      </p:graphicFrame>
    </p:spTree>
    <p:extLst>
      <p:ext uri="{BB962C8B-B14F-4D97-AF65-F5344CB8AC3E}">
        <p14:creationId xmlns:p14="http://schemas.microsoft.com/office/powerpoint/2010/main" val="385255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heel(1)">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6" name="文本框 5">
            <a:extLst>
              <a:ext uri="{FF2B5EF4-FFF2-40B4-BE49-F238E27FC236}">
                <a16:creationId xmlns:a16="http://schemas.microsoft.com/office/drawing/2014/main" id="{C10B4140-7DBA-341A-9953-2925CD9DEA43}"/>
              </a:ext>
            </a:extLst>
          </p:cNvPr>
          <p:cNvSpPr txBox="1"/>
          <p:nvPr/>
        </p:nvSpPr>
        <p:spPr>
          <a:xfrm>
            <a:off x="987889" y="1569426"/>
            <a:ext cx="6097836" cy="3416320"/>
          </a:xfrm>
          <a:prstGeom prst="rect">
            <a:avLst/>
          </a:prstGeom>
          <a:noFill/>
        </p:spPr>
        <p:txBody>
          <a:bodyPr wrap="square">
            <a:spAutoFit/>
          </a:bodyPr>
          <a:lstStyle/>
          <a:p>
            <a:r>
              <a:rPr lang="zh-CN" altLang="en-US" dirty="0" smtClean="0"/>
              <a:t>sns</a:t>
            </a:r>
            <a:r>
              <a:rPr lang="zh-CN" altLang="en-US" dirty="0"/>
              <a:t>.palplot(sns.color_palette())</a:t>
            </a:r>
          </a:p>
          <a:p>
            <a:endParaRPr lang="zh-CN" altLang="en-US" dirty="0"/>
          </a:p>
          <a:p>
            <a:r>
              <a:rPr lang="zh-CN" altLang="en-US" dirty="0" smtClean="0"/>
              <a:t>palette </a:t>
            </a:r>
            <a:r>
              <a:rPr lang="zh-CN" altLang="en-US" dirty="0"/>
              <a:t>= sns.color_palette('muted')</a:t>
            </a:r>
          </a:p>
          <a:p>
            <a:r>
              <a:rPr lang="zh-CN" altLang="en-US" dirty="0"/>
              <a:t>sns.palplot(palette</a:t>
            </a:r>
            <a:r>
              <a:rPr lang="zh-CN" altLang="en-US" dirty="0" smtClean="0"/>
              <a:t>)</a:t>
            </a:r>
            <a:endParaRPr lang="zh-CN" altLang="en-US" dirty="0"/>
          </a:p>
          <a:p>
            <a:endParaRPr lang="zh-CN" altLang="en-US" dirty="0"/>
          </a:p>
          <a:p>
            <a:r>
              <a:rPr lang="zh-CN" altLang="en-US" dirty="0" smtClean="0"/>
              <a:t>sns</a:t>
            </a:r>
            <a:r>
              <a:rPr lang="zh-CN" altLang="en-US" dirty="0"/>
              <a:t>.palplot(sns.color_palette('hls', 8</a:t>
            </a:r>
            <a:r>
              <a:rPr lang="zh-CN" altLang="en-US" dirty="0" smtClean="0"/>
              <a:t>))</a:t>
            </a:r>
            <a:endParaRPr lang="zh-CN" altLang="en-US" dirty="0"/>
          </a:p>
          <a:p>
            <a:endParaRPr lang="zh-CN" altLang="en-US" dirty="0"/>
          </a:p>
          <a:p>
            <a:r>
              <a:rPr lang="zh-CN" altLang="en-US" dirty="0" smtClean="0"/>
              <a:t>sns</a:t>
            </a:r>
            <a:r>
              <a:rPr lang="zh-CN" altLang="en-US" dirty="0"/>
              <a:t>.palplot(sns.hls_palette(8, l=.3, s=.8))  # l控制亮度，s控制饱和度</a:t>
            </a:r>
          </a:p>
          <a:p>
            <a:endParaRPr lang="zh-CN" altLang="en-US" dirty="0"/>
          </a:p>
          <a:p>
            <a:r>
              <a:rPr lang="zh-CN" altLang="en-US" dirty="0" smtClean="0"/>
              <a:t>sns</a:t>
            </a:r>
            <a:r>
              <a:rPr lang="zh-CN" altLang="en-US" dirty="0"/>
              <a:t>.palplot(sns.color_palette('husl', 8))</a:t>
            </a:r>
          </a:p>
          <a:p>
            <a:endParaRPr lang="zh-CN" altLang="en-US" dirty="0"/>
          </a:p>
        </p:txBody>
      </p:sp>
    </p:spTree>
    <p:extLst>
      <p:ext uri="{BB962C8B-B14F-4D97-AF65-F5344CB8AC3E}">
        <p14:creationId xmlns:p14="http://schemas.microsoft.com/office/powerpoint/2010/main" val="377288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1</a:t>
            </a:r>
            <a:r>
              <a:rPr lang="zh-CN" altLang="en-US" sz="2000" b="1" dirty="0"/>
              <a:t>） 定性调色板</a:t>
            </a:r>
            <a:endParaRPr lang="en-US" altLang="zh-CN" sz="2000" b="1" dirty="0"/>
          </a:p>
          <a:p>
            <a:pPr>
              <a:buClr>
                <a:srgbClr val="000066"/>
              </a:buClr>
            </a:pPr>
            <a:r>
              <a:rPr lang="zh-CN" altLang="en-US" dirty="0"/>
              <a:t>当需要区分没有固有排序的数据离散区块时，定性（或分类）调色板是佳选择。在导入</a:t>
            </a:r>
            <a:r>
              <a:rPr lang="en-US" altLang="zh-CN" dirty="0"/>
              <a:t>seaborn</a:t>
            </a:r>
            <a:r>
              <a:rPr lang="zh-CN" altLang="en-US" dirty="0"/>
              <a:t>库后，默认颜色周期将更改为一组</a:t>
            </a:r>
            <a:r>
              <a:rPr lang="en-US" altLang="zh-CN" dirty="0"/>
              <a:t>10</a:t>
            </a:r>
            <a:r>
              <a:rPr lang="zh-CN" altLang="en-US" dirty="0"/>
              <a:t>种颜色。</a:t>
            </a:r>
            <a:endParaRPr lang="en-US" altLang="zh-CN" dirty="0"/>
          </a:p>
          <a:p>
            <a:pPr marL="720000" lvl="1" indent="-362822">
              <a:lnSpc>
                <a:spcPct val="150000"/>
              </a:lnSpc>
              <a:spcBef>
                <a:spcPts val="900"/>
              </a:spcBef>
              <a:buFont typeface="Arial" pitchFamily="34" charset="0"/>
              <a:buChar char="•"/>
              <a:defRPr/>
            </a:pPr>
            <a:r>
              <a:rPr lang="zh-CN" altLang="en-US" sz="1800" dirty="0">
                <a:latin typeface="Times New Roman" panose="02020603050405020304" pitchFamily="18" charset="0"/>
                <a:ea typeface="宋体" panose="02010600030101010101" pitchFamily="2" charset="-122"/>
                <a:cs typeface="Times New Roman" pitchFamily="18" charset="0"/>
              </a:rPr>
              <a:t>使用圆形颜色系统，在需要使用比默认颜色循环中设置的颜色更多时，常使用圆形颜色系统设置图案颜色。</a:t>
            </a:r>
            <a:endParaRPr lang="en-US" altLang="zh-CN" sz="1800" dirty="0">
              <a:latin typeface="Times New Roman" panose="02020603050405020304" pitchFamily="18" charset="0"/>
              <a:ea typeface="宋体" panose="02010600030101010101" pitchFamily="2" charset="-122"/>
              <a:cs typeface="Times New Roman" pitchFamily="18" charset="0"/>
            </a:endParaRPr>
          </a:p>
          <a:p>
            <a:pPr marL="720000" lvl="1" indent="-362822">
              <a:lnSpc>
                <a:spcPct val="150000"/>
              </a:lnSpc>
              <a:spcBef>
                <a:spcPts val="900"/>
              </a:spcBef>
              <a:buFont typeface="Arial" pitchFamily="34" charset="0"/>
              <a:buChar char="•"/>
              <a:defRPr/>
            </a:pPr>
            <a:r>
              <a:rPr lang="zh-CN" altLang="en-US" sz="1800" dirty="0">
                <a:latin typeface="Times New Roman" panose="02020603050405020304" pitchFamily="18" charset="0"/>
                <a:ea typeface="宋体" panose="02010600030101010101" pitchFamily="2" charset="-122"/>
                <a:cs typeface="Times New Roman" pitchFamily="18" charset="0"/>
              </a:rPr>
              <a:t>使用</a:t>
            </a:r>
            <a:r>
              <a:rPr lang="en-US" altLang="zh-CN" sz="1800" dirty="0" err="1">
                <a:latin typeface="Times New Roman" panose="02020603050405020304" pitchFamily="18" charset="0"/>
                <a:ea typeface="宋体" panose="02010600030101010101" pitchFamily="2" charset="-122"/>
                <a:cs typeface="Times New Roman" pitchFamily="18" charset="0"/>
              </a:rPr>
              <a:t>xkcd</a:t>
            </a:r>
            <a:r>
              <a:rPr lang="zh-CN" altLang="en-US" sz="1800" dirty="0">
                <a:latin typeface="Times New Roman" panose="02020603050405020304" pitchFamily="18" charset="0"/>
                <a:ea typeface="宋体" panose="02010600030101010101" pitchFamily="2" charset="-122"/>
                <a:cs typeface="Times New Roman" pitchFamily="18" charset="0"/>
              </a:rPr>
              <a:t>颜色，</a:t>
            </a:r>
            <a:r>
              <a:rPr lang="en-US" altLang="zh-CN" sz="1800" dirty="0" err="1">
                <a:latin typeface="Times New Roman" panose="02020603050405020304" pitchFamily="18" charset="0"/>
                <a:ea typeface="宋体" panose="02010600030101010101" pitchFamily="2" charset="-122"/>
                <a:cs typeface="Times New Roman" pitchFamily="18" charset="0"/>
              </a:rPr>
              <a:t>xkcd</a:t>
            </a:r>
            <a:r>
              <a:rPr lang="zh-CN" altLang="en-US" sz="1800" dirty="0">
                <a:latin typeface="Times New Roman" panose="02020603050405020304" pitchFamily="18" charset="0"/>
                <a:ea typeface="宋体" panose="02010600030101010101" pitchFamily="2" charset="-122"/>
                <a:cs typeface="Times New Roman" pitchFamily="18" charset="0"/>
              </a:rPr>
              <a:t>是对随机的</a:t>
            </a:r>
            <a:r>
              <a:rPr lang="en-US" altLang="zh-CN" sz="1800" dirty="0">
                <a:latin typeface="Times New Roman" panose="02020603050405020304" pitchFamily="18" charset="0"/>
                <a:ea typeface="宋体" panose="02010600030101010101" pitchFamily="2" charset="-122"/>
                <a:cs typeface="Times New Roman" pitchFamily="18" charset="0"/>
              </a:rPr>
              <a:t>RGB</a:t>
            </a:r>
            <a:r>
              <a:rPr lang="zh-CN" altLang="en-US" sz="1800" dirty="0">
                <a:latin typeface="Times New Roman" panose="02020603050405020304" pitchFamily="18" charset="0"/>
                <a:ea typeface="宋体" panose="02010600030101010101" pitchFamily="2" charset="-122"/>
                <a:cs typeface="Times New Roman" pitchFamily="18" charset="0"/>
              </a:rPr>
              <a:t>颜色空间的命名，产生了</a:t>
            </a:r>
            <a:r>
              <a:rPr lang="en-US" altLang="zh-CN" sz="1800" dirty="0">
                <a:latin typeface="Times New Roman" panose="02020603050405020304" pitchFamily="18" charset="0"/>
                <a:ea typeface="宋体" panose="02010600030101010101" pitchFamily="2" charset="-122"/>
                <a:cs typeface="Times New Roman" pitchFamily="18" charset="0"/>
              </a:rPr>
              <a:t>954</a:t>
            </a:r>
            <a:r>
              <a:rPr lang="zh-CN" altLang="en-US" sz="1800" dirty="0">
                <a:latin typeface="Times New Roman" panose="02020603050405020304" pitchFamily="18" charset="0"/>
                <a:ea typeface="宋体" panose="02010600030101010101" pitchFamily="2" charset="-122"/>
                <a:cs typeface="Times New Roman" pitchFamily="18" charset="0"/>
              </a:rPr>
              <a:t>个颜色，可以随时通过</a:t>
            </a:r>
            <a:r>
              <a:rPr lang="en-US" altLang="zh-CN" sz="1800" dirty="0" err="1">
                <a:latin typeface="Times New Roman" panose="02020603050405020304" pitchFamily="18" charset="0"/>
                <a:ea typeface="宋体" panose="02010600030101010101" pitchFamily="2" charset="-122"/>
                <a:cs typeface="Times New Roman" pitchFamily="18" charset="0"/>
              </a:rPr>
              <a:t>xkcd_rgb</a:t>
            </a:r>
            <a:r>
              <a:rPr lang="zh-CN" altLang="en-US" sz="1800" dirty="0">
                <a:latin typeface="Times New Roman" panose="02020603050405020304" pitchFamily="18" charset="0"/>
                <a:ea typeface="宋体" panose="02010600030101010101" pitchFamily="2" charset="-122"/>
                <a:cs typeface="Times New Roman" pitchFamily="18" charset="0"/>
              </a:rPr>
              <a:t>字典装饰器调用，也可以通过</a:t>
            </a:r>
            <a:r>
              <a:rPr lang="en-US" altLang="zh-CN" sz="1800" dirty="0" err="1">
                <a:latin typeface="Times New Roman" panose="02020603050405020304" pitchFamily="18" charset="0"/>
                <a:ea typeface="宋体" panose="02010600030101010101" pitchFamily="2" charset="-122"/>
                <a:cs typeface="Times New Roman" pitchFamily="18" charset="0"/>
              </a:rPr>
              <a:t>xkcd_palette</a:t>
            </a:r>
            <a:r>
              <a:rPr lang="zh-CN" altLang="en-US" sz="1800" dirty="0">
                <a:latin typeface="Times New Roman" panose="02020603050405020304" pitchFamily="18" charset="0"/>
                <a:ea typeface="宋体" panose="02010600030101010101" pitchFamily="2" charset="-122"/>
                <a:cs typeface="Times New Roman" pitchFamily="18" charset="0"/>
              </a:rPr>
              <a:t>函数自定义调色板。</a:t>
            </a:r>
            <a:endParaRPr lang="en-US" altLang="zh-CN" sz="1800" dirty="0">
              <a:latin typeface="Times New Roman" panose="02020603050405020304" pitchFamily="18" charset="0"/>
              <a:ea typeface="宋体" panose="02010600030101010101" pitchFamily="2" charset="-122"/>
              <a:cs typeface="Times New Roman" pitchFamily="18" charset="0"/>
            </a:endParaRPr>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Tree>
    <p:extLst>
      <p:ext uri="{BB962C8B-B14F-4D97-AF65-F5344CB8AC3E}">
        <p14:creationId xmlns:p14="http://schemas.microsoft.com/office/powerpoint/2010/main" val="187706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6" name="文本框 5">
            <a:extLst>
              <a:ext uri="{FF2B5EF4-FFF2-40B4-BE49-F238E27FC236}">
                <a16:creationId xmlns:a16="http://schemas.microsoft.com/office/drawing/2014/main" id="{CC9B75CC-C65F-89DC-1273-7CB0F4784594}"/>
              </a:ext>
            </a:extLst>
          </p:cNvPr>
          <p:cNvSpPr txBox="1"/>
          <p:nvPr/>
        </p:nvSpPr>
        <p:spPr>
          <a:xfrm>
            <a:off x="2692358" y="1325065"/>
            <a:ext cx="6097836" cy="4801314"/>
          </a:xfrm>
          <a:prstGeom prst="rect">
            <a:avLst/>
          </a:prstGeom>
          <a:noFill/>
        </p:spPr>
        <p:txBody>
          <a:bodyPr wrap="square">
            <a:spAutoFit/>
          </a:bodyPr>
          <a:lstStyle/>
          <a:p>
            <a:r>
              <a:rPr lang="zh-CN" altLang="en-US" dirty="0"/>
              <a:t>plt.plot(x, y1, sns.xkcd_rgb['pale red'], lw=3)</a:t>
            </a:r>
          </a:p>
          <a:p>
            <a:r>
              <a:rPr lang="zh-CN" altLang="en-US" dirty="0"/>
              <a:t>plt.plot(x, y2, sns.xkcd_rgb['medium green'], lw=3)</a:t>
            </a:r>
          </a:p>
          <a:p>
            <a:r>
              <a:rPr lang="zh-CN" altLang="en-US" dirty="0"/>
              <a:t>plt.plot(x, y3, sns.xkcd_rgb['denim blue'], lw=3)</a:t>
            </a:r>
          </a:p>
          <a:p>
            <a:r>
              <a:rPr lang="zh-CN" altLang="en-US" dirty="0"/>
              <a:t>plt.title('线条颜色示例')</a:t>
            </a:r>
          </a:p>
          <a:p>
            <a:r>
              <a:rPr lang="zh-CN" altLang="en-US" dirty="0"/>
              <a:t>plt.show()</a:t>
            </a:r>
          </a:p>
          <a:p>
            <a:endParaRPr lang="en-US" altLang="zh-CN" dirty="0" smtClean="0"/>
          </a:p>
          <a:p>
            <a:r>
              <a:rPr lang="zh-CN" altLang="en-US" dirty="0" smtClean="0"/>
              <a:t># </a:t>
            </a:r>
            <a:r>
              <a:rPr lang="zh-CN" altLang="en-US" dirty="0"/>
              <a:t>自定义定性调色板</a:t>
            </a:r>
          </a:p>
          <a:p>
            <a:r>
              <a:rPr lang="zh-CN" altLang="en-US" dirty="0"/>
              <a:t>colors = ['windows blue', 'amber', 'greyish', 'faded green', 'dusty purple']</a:t>
            </a:r>
          </a:p>
          <a:p>
            <a:r>
              <a:rPr lang="zh-CN" altLang="en-US" dirty="0"/>
              <a:t>sns.palplot(sns.xkcd_palette(colors))</a:t>
            </a:r>
          </a:p>
          <a:p>
            <a:endParaRPr lang="zh-CN" altLang="en-US" dirty="0"/>
          </a:p>
          <a:p>
            <a:endParaRPr lang="zh-CN" altLang="en-US" dirty="0"/>
          </a:p>
          <a:p>
            <a:endParaRPr lang="zh-CN" altLang="en-US" dirty="0"/>
          </a:p>
          <a:p>
            <a:r>
              <a:rPr lang="zh-CN" altLang="en-US" dirty="0"/>
              <a:t># </a:t>
            </a:r>
            <a:endParaRPr lang="en-US" altLang="zh-CN" dirty="0" smtClean="0"/>
          </a:p>
          <a:p>
            <a:r>
              <a:rPr lang="zh-CN" altLang="en-US" dirty="0" smtClean="0"/>
              <a:t>sns</a:t>
            </a:r>
            <a:r>
              <a:rPr lang="zh-CN" altLang="en-US" dirty="0"/>
              <a:t>.palplot(sns.color_palette('Greens'))</a:t>
            </a:r>
          </a:p>
          <a:p>
            <a:r>
              <a:rPr lang="zh-CN" altLang="en-US" dirty="0"/>
              <a:t>sns.palplot(sns.color_palette('YlOrRd_r'))</a:t>
            </a:r>
          </a:p>
          <a:p>
            <a:r>
              <a:rPr lang="zh-CN" altLang="en-US" dirty="0"/>
              <a:t>sns.palplot(sns.color_palette('YlOrRd_d'))</a:t>
            </a:r>
          </a:p>
        </p:txBody>
      </p:sp>
    </p:spTree>
    <p:extLst>
      <p:ext uri="{BB962C8B-B14F-4D97-AF65-F5344CB8AC3E}">
        <p14:creationId xmlns:p14="http://schemas.microsoft.com/office/powerpoint/2010/main" val="2075080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2</a:t>
            </a:r>
            <a:r>
              <a:rPr lang="zh-CN" altLang="en-US" sz="2000" b="1" dirty="0"/>
              <a:t>） 连续调色板</a:t>
            </a:r>
            <a:endParaRPr lang="en-US" altLang="zh-CN" sz="2000" b="1" dirty="0"/>
          </a:p>
          <a:p>
            <a:pPr>
              <a:buClr>
                <a:srgbClr val="000066"/>
              </a:buClr>
            </a:pPr>
            <a:r>
              <a:rPr lang="zh-CN" altLang="zh-CN" dirty="0"/>
              <a:t>当数据存在一定顺序时，通常使用连续映射</a:t>
            </a:r>
            <a:r>
              <a:rPr lang="zh-CN" altLang="en-US" dirty="0"/>
              <a:t>，</a:t>
            </a:r>
            <a:r>
              <a:rPr lang="zh-CN" altLang="zh-CN" dirty="0"/>
              <a:t>连续调色板的设置方法如下</a:t>
            </a:r>
            <a:r>
              <a:rPr lang="zh-CN" altLang="en-US" dirty="0"/>
              <a:t>。</a:t>
            </a:r>
            <a:endParaRPr lang="en-US" altLang="zh-CN" dirty="0"/>
          </a:p>
          <a:p>
            <a:pPr marL="720000" lvl="1" indent="-362822">
              <a:lnSpc>
                <a:spcPct val="150000"/>
              </a:lnSpc>
              <a:spcBef>
                <a:spcPts val="900"/>
              </a:spcBef>
              <a:buFont typeface="Arial" pitchFamily="34" charset="0"/>
              <a:buChar char="•"/>
              <a:defRPr/>
            </a:pPr>
            <a:r>
              <a:rPr lang="en-US" altLang="zh-CN" sz="1800" dirty="0">
                <a:latin typeface="Times New Roman" panose="02020603050405020304" pitchFamily="18" charset="0"/>
                <a:ea typeface="宋体" panose="02010600030101010101" pitchFamily="2" charset="-122"/>
                <a:cs typeface="Times New Roman" pitchFamily="18" charset="0"/>
              </a:rPr>
              <a:t>Color Brewer</a:t>
            </a:r>
            <a:r>
              <a:rPr lang="zh-CN" altLang="zh-CN" sz="1800" dirty="0">
                <a:latin typeface="Times New Roman" panose="02020603050405020304" pitchFamily="18" charset="0"/>
                <a:ea typeface="宋体" panose="02010600030101010101" pitchFamily="2" charset="-122"/>
                <a:cs typeface="Times New Roman" pitchFamily="18" charset="0"/>
              </a:rPr>
              <a:t>库</a:t>
            </a:r>
            <a:r>
              <a:rPr lang="zh-CN" altLang="en-US" sz="1800" dirty="0">
                <a:latin typeface="Times New Roman" panose="02020603050405020304" pitchFamily="18" charset="0"/>
                <a:ea typeface="宋体" panose="02010600030101010101" pitchFamily="2" charset="-122"/>
                <a:cs typeface="Times New Roman" pitchFamily="18" charset="0"/>
              </a:rPr>
              <a:t>。</a:t>
            </a:r>
            <a:endParaRPr lang="en-US" altLang="zh-CN" sz="1800" dirty="0">
              <a:latin typeface="Times New Roman" panose="02020603050405020304" pitchFamily="18" charset="0"/>
              <a:ea typeface="宋体" panose="02010600030101010101" pitchFamily="2" charset="-122"/>
              <a:cs typeface="Times New Roman" pitchFamily="18" charset="0"/>
            </a:endParaRPr>
          </a:p>
          <a:p>
            <a:pPr marL="720000" lvl="1" indent="-362822">
              <a:lnSpc>
                <a:spcPct val="150000"/>
              </a:lnSpc>
              <a:spcBef>
                <a:spcPts val="900"/>
              </a:spcBef>
              <a:buFont typeface="Arial" pitchFamily="34" charset="0"/>
              <a:buChar char="•"/>
              <a:defRPr/>
            </a:pPr>
            <a:r>
              <a:rPr lang="en-US" altLang="zh-CN" sz="1800" dirty="0" err="1">
                <a:latin typeface="Times New Roman" panose="02020603050405020304" pitchFamily="18" charset="0"/>
                <a:ea typeface="宋体" panose="02010600030101010101" pitchFamily="2" charset="-122"/>
                <a:cs typeface="Times New Roman" pitchFamily="18" charset="0"/>
              </a:rPr>
              <a:t>cubehelix</a:t>
            </a:r>
            <a:r>
              <a:rPr lang="zh-CN" altLang="zh-CN" sz="1800" dirty="0">
                <a:latin typeface="Times New Roman" panose="02020603050405020304" pitchFamily="18" charset="0"/>
                <a:ea typeface="宋体" panose="02010600030101010101" pitchFamily="2" charset="-122"/>
                <a:cs typeface="Times New Roman" pitchFamily="18" charset="0"/>
              </a:rPr>
              <a:t>调色板</a:t>
            </a:r>
            <a:r>
              <a:rPr lang="zh-CN" altLang="en-US" sz="1800" dirty="0">
                <a:latin typeface="Times New Roman" panose="02020603050405020304" pitchFamily="18" charset="0"/>
                <a:ea typeface="宋体" panose="02010600030101010101" pitchFamily="2" charset="-122"/>
                <a:cs typeface="Times New Roman" pitchFamily="18" charset="0"/>
              </a:rPr>
              <a:t>。</a:t>
            </a:r>
            <a:endParaRPr lang="zh-CN" altLang="zh-CN" sz="1800" dirty="0">
              <a:latin typeface="Times New Roman" panose="02020603050405020304" pitchFamily="18" charset="0"/>
              <a:ea typeface="宋体" panose="02010600030101010101" pitchFamily="2" charset="-122"/>
              <a:cs typeface="Times New Roman" pitchFamily="18" charset="0"/>
            </a:endParaRPr>
          </a:p>
          <a:p>
            <a:pPr marL="720000" lvl="1" indent="-362822">
              <a:lnSpc>
                <a:spcPct val="150000"/>
              </a:lnSpc>
              <a:spcBef>
                <a:spcPts val="900"/>
              </a:spcBef>
              <a:buFont typeface="Arial" pitchFamily="34" charset="0"/>
              <a:buChar char="•"/>
              <a:defRPr/>
            </a:pPr>
            <a:r>
              <a:rPr lang="zh-CN" altLang="zh-CN" sz="1800" dirty="0">
                <a:latin typeface="Times New Roman" panose="02020603050405020304" pitchFamily="18" charset="0"/>
                <a:ea typeface="宋体" panose="02010600030101010101" pitchFamily="2" charset="-122"/>
                <a:cs typeface="Times New Roman" pitchFamily="18" charset="0"/>
              </a:rPr>
              <a:t>自定义连续调色板</a:t>
            </a:r>
            <a:r>
              <a:rPr lang="zh-CN" altLang="en-US" sz="1800" dirty="0">
                <a:latin typeface="Times New Roman" panose="02020603050405020304" pitchFamily="18" charset="0"/>
                <a:ea typeface="宋体" panose="02010600030101010101" pitchFamily="2" charset="-122"/>
                <a:cs typeface="Times New Roman" pitchFamily="18" charset="0"/>
              </a:rPr>
              <a:t>。</a:t>
            </a:r>
            <a:endParaRPr lang="zh-CN" altLang="zh-CN" sz="1800" dirty="0">
              <a:latin typeface="Times New Roman" panose="02020603050405020304" pitchFamily="18" charset="0"/>
              <a:ea typeface="宋体" panose="02010600030101010101" pitchFamily="2" charset="-122"/>
              <a:cs typeface="Times New Roman" pitchFamily="18" charset="0"/>
            </a:endParaRPr>
          </a:p>
          <a:p>
            <a:pPr marL="0" indent="0">
              <a:buClr>
                <a:srgbClr val="000066"/>
              </a:buClr>
              <a:buNone/>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Tree>
    <p:extLst>
      <p:ext uri="{BB962C8B-B14F-4D97-AF65-F5344CB8AC3E}">
        <p14:creationId xmlns:p14="http://schemas.microsoft.com/office/powerpoint/2010/main" val="182287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zh-CN" altLang="zh-CN" dirty="0"/>
              <a:t>在</a:t>
            </a:r>
            <a:r>
              <a:rPr lang="en-US" altLang="zh-CN" dirty="0"/>
              <a:t>Color Brewer</a:t>
            </a:r>
            <a:r>
              <a:rPr lang="zh-CN" altLang="zh-CN" dirty="0"/>
              <a:t>库中，连续调色板名称及渐变顺序如</a:t>
            </a:r>
            <a:r>
              <a:rPr lang="zh-CN" altLang="en-US" dirty="0"/>
              <a:t>下表。</a:t>
            </a:r>
            <a:endParaRPr lang="zh-CN" altLang="zh-CN" dirty="0"/>
          </a:p>
          <a:p>
            <a:pPr>
              <a:buClr>
                <a:srgbClr val="000066"/>
              </a:buClr>
              <a:buFont typeface="Arial" panose="020B0604020202020204" pitchFamily="34" charset="0"/>
              <a:buChar cha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4" name="表格 9">
            <a:extLst>
              <a:ext uri="{FF2B5EF4-FFF2-40B4-BE49-F238E27FC236}">
                <a16:creationId xmlns:a16="http://schemas.microsoft.com/office/drawing/2014/main" id="{BEF59BF1-C344-4392-967A-D63A03AEDCEC}"/>
              </a:ext>
            </a:extLst>
          </p:cNvPr>
          <p:cNvGraphicFramePr>
            <a:graphicFrameLocks noGrp="1"/>
          </p:cNvGraphicFramePr>
          <p:nvPr>
            <p:extLst>
              <p:ext uri="{D42A27DB-BD31-4B8C-83A1-F6EECF244321}">
                <p14:modId xmlns:p14="http://schemas.microsoft.com/office/powerpoint/2010/main" val="2689075646"/>
              </p:ext>
            </p:extLst>
          </p:nvPr>
        </p:nvGraphicFramePr>
        <p:xfrm>
          <a:off x="4750598" y="1836894"/>
          <a:ext cx="2690803" cy="4320000"/>
        </p:xfrm>
        <a:graphic>
          <a:graphicData uri="http://schemas.openxmlformats.org/drawingml/2006/table">
            <a:tbl>
              <a:tblPr firstRow="1" bandRow="1">
                <a:tableStyleId>{5C22544A-7EE6-4342-B048-85BDC9FD1C3A}</a:tableStyleId>
              </a:tblPr>
              <a:tblGrid>
                <a:gridCol w="1234335">
                  <a:extLst>
                    <a:ext uri="{9D8B030D-6E8A-4147-A177-3AD203B41FA5}">
                      <a16:colId xmlns:a16="http://schemas.microsoft.com/office/drawing/2014/main" val="2486219610"/>
                    </a:ext>
                  </a:extLst>
                </a:gridCol>
                <a:gridCol w="1456468">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渐变顺序</a:t>
                      </a:r>
                    </a:p>
                  </a:txBody>
                  <a:tcPr marL="68580" marR="68580" marT="0" marB="0" anchor="ctr"/>
                </a:tc>
                <a:extLst>
                  <a:ext uri="{0D108BD9-81ED-4DB2-BD59-A6C34878D82A}">
                    <a16:rowId xmlns:a16="http://schemas.microsoft.com/office/drawing/2014/main" val="101937486"/>
                  </a:ext>
                </a:extLst>
              </a:tr>
              <a:tr h="432000">
                <a:tc>
                  <a:txBody>
                    <a:bodyPr/>
                    <a:lstStyle/>
                    <a:p>
                      <a:pPr marL="0" algn="ctr"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YlOrRd</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ctr" defTabSz="967740" rtl="0" eaLnBrk="1" latinLnBrk="0" hangingPunct="1"/>
                      <a:r>
                        <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黄橙红</a:t>
                      </a:r>
                    </a:p>
                  </a:txBody>
                  <a:tcPr marL="68580" marR="68580" marT="0" marB="0" anchor="ctr"/>
                </a:tc>
                <a:extLst>
                  <a:ext uri="{0D108BD9-81ED-4DB2-BD59-A6C34878D82A}">
                    <a16:rowId xmlns:a16="http://schemas.microsoft.com/office/drawing/2014/main" val="481423965"/>
                  </a:ext>
                </a:extLst>
              </a:tr>
              <a:tr h="432000">
                <a:tc>
                  <a:txBody>
                    <a:bodyPr/>
                    <a:lstStyle/>
                    <a:p>
                      <a:pPr marL="0" algn="ctr"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YlOrBr</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黄橙棕</a:t>
                      </a:r>
                    </a:p>
                  </a:txBody>
                  <a:tcPr marL="68580" marR="68580" marT="0" marB="0" anchor="ctr"/>
                </a:tc>
                <a:extLst>
                  <a:ext uri="{0D108BD9-81ED-4DB2-BD59-A6C34878D82A}">
                    <a16:rowId xmlns:a16="http://schemas.microsoft.com/office/drawing/2014/main" val="3451813464"/>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YlGnBu</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黄绿蓝</a:t>
                      </a:r>
                    </a:p>
                  </a:txBody>
                  <a:tcPr marL="68580" marR="68580" marT="0" marB="0" anchor="ctr"/>
                </a:tc>
                <a:extLst>
                  <a:ext uri="{0D108BD9-81ED-4DB2-BD59-A6C34878D82A}">
                    <a16:rowId xmlns:a16="http://schemas.microsoft.com/office/drawing/2014/main" val="290569487"/>
                  </a:ext>
                </a:extLst>
              </a:tr>
              <a:tr h="432000">
                <a:tc>
                  <a:txBody>
                    <a:bodyPr/>
                    <a:lstStyle/>
                    <a:p>
                      <a:pPr marL="0" algn="ctr"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YlGn</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黄绿</a:t>
                      </a:r>
                    </a:p>
                  </a:txBody>
                  <a:tcPr marL="68580" marR="68580" marT="0" marB="0" anchor="ctr"/>
                </a:tc>
                <a:extLst>
                  <a:ext uri="{0D108BD9-81ED-4DB2-BD59-A6C34878D82A}">
                    <a16:rowId xmlns:a16="http://schemas.microsoft.com/office/drawing/2014/main" val="94562582"/>
                  </a:ext>
                </a:extLst>
              </a:tr>
              <a:tr h="432000">
                <a:tc>
                  <a:txBody>
                    <a:bodyPr/>
                    <a:lstStyle/>
                    <a:p>
                      <a:pPr marL="0" algn="ctr"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Reds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红</a:t>
                      </a:r>
                    </a:p>
                  </a:txBody>
                  <a:tcPr marL="68580" marR="68580" marT="0" marB="0" anchor="ctr"/>
                </a:tc>
                <a:extLst>
                  <a:ext uri="{0D108BD9-81ED-4DB2-BD59-A6C34878D82A}">
                    <a16:rowId xmlns:a16="http://schemas.microsoft.com/office/drawing/2014/main" val="4185982808"/>
                  </a:ext>
                </a:extLst>
              </a:tr>
              <a:tr h="432000">
                <a:tc>
                  <a:txBody>
                    <a:bodyPr/>
                    <a:lstStyle/>
                    <a:p>
                      <a:pPr marL="0" algn="ctr"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RdPu</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红紫</a:t>
                      </a:r>
                    </a:p>
                  </a:txBody>
                  <a:tcPr marL="68580" marR="68580" marT="0" marB="0" anchor="ctr"/>
                </a:tc>
                <a:extLst>
                  <a:ext uri="{0D108BD9-81ED-4DB2-BD59-A6C34878D82A}">
                    <a16:rowId xmlns:a16="http://schemas.microsoft.com/office/drawing/2014/main" val="2704582905"/>
                  </a:ext>
                </a:extLst>
              </a:tr>
              <a:tr h="432000">
                <a:tc>
                  <a:txBody>
                    <a:bodyPr/>
                    <a:lstStyle/>
                    <a:p>
                      <a:pPr marL="0" algn="ctr"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Purples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紫</a:t>
                      </a:r>
                    </a:p>
                  </a:txBody>
                  <a:tcPr marL="68580" marR="68580" marT="0" marB="0"/>
                </a:tc>
                <a:extLst>
                  <a:ext uri="{0D108BD9-81ED-4DB2-BD59-A6C34878D82A}">
                    <a16:rowId xmlns:a16="http://schemas.microsoft.com/office/drawing/2014/main" val="3300087752"/>
                  </a:ext>
                </a:extLst>
              </a:tr>
              <a:tr h="432000">
                <a:tc>
                  <a:txBody>
                    <a:bodyPr/>
                    <a:lstStyle/>
                    <a:p>
                      <a:pPr marL="0" algn="ctr"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PuRd</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紫红</a:t>
                      </a:r>
                    </a:p>
                  </a:txBody>
                  <a:tcPr marL="68580" marR="68580" marT="0" marB="0"/>
                </a:tc>
                <a:extLst>
                  <a:ext uri="{0D108BD9-81ED-4DB2-BD59-A6C34878D82A}">
                    <a16:rowId xmlns:a16="http://schemas.microsoft.com/office/drawing/2014/main" val="2776620664"/>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PuBuGn</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紫蓝绿</a:t>
                      </a:r>
                    </a:p>
                  </a:txBody>
                  <a:tcPr marL="68580" marR="68580" marT="0" marB="0"/>
                </a:tc>
                <a:extLst>
                  <a:ext uri="{0D108BD9-81ED-4DB2-BD59-A6C34878D82A}">
                    <a16:rowId xmlns:a16="http://schemas.microsoft.com/office/drawing/2014/main" val="2442617580"/>
                  </a:ext>
                </a:extLst>
              </a:tr>
            </a:tbl>
          </a:graphicData>
        </a:graphic>
      </p:graphicFrame>
    </p:spTree>
    <p:extLst>
      <p:ext uri="{BB962C8B-B14F-4D97-AF65-F5344CB8AC3E}">
        <p14:creationId xmlns:p14="http://schemas.microsoft.com/office/powerpoint/2010/main" val="394430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heel(1)">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zh-CN" altLang="zh-CN" dirty="0"/>
              <a:t>在</a:t>
            </a:r>
            <a:r>
              <a:rPr lang="en-US" altLang="zh-CN" dirty="0"/>
              <a:t>Color Brewer</a:t>
            </a:r>
            <a:r>
              <a:rPr lang="zh-CN" altLang="zh-CN" dirty="0"/>
              <a:t>库中，连续调色板名称及渐变顺序如</a:t>
            </a:r>
            <a:r>
              <a:rPr lang="zh-CN" altLang="en-US" dirty="0"/>
              <a:t>下表（续表）。</a:t>
            </a:r>
            <a:endParaRPr lang="zh-CN" altLang="zh-CN" dirty="0"/>
          </a:p>
          <a:p>
            <a:pPr>
              <a:buClr>
                <a:srgbClr val="000066"/>
              </a:buClr>
              <a:buFont typeface="Arial" panose="020B0604020202020204" pitchFamily="34" charset="0"/>
              <a:buChar cha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4" name="表格 9">
            <a:extLst>
              <a:ext uri="{FF2B5EF4-FFF2-40B4-BE49-F238E27FC236}">
                <a16:creationId xmlns:a16="http://schemas.microsoft.com/office/drawing/2014/main" id="{BEF59BF1-C344-4392-967A-D63A03AEDCEC}"/>
              </a:ext>
            </a:extLst>
          </p:cNvPr>
          <p:cNvGraphicFramePr>
            <a:graphicFrameLocks noGrp="1"/>
          </p:cNvGraphicFramePr>
          <p:nvPr>
            <p:extLst>
              <p:ext uri="{D42A27DB-BD31-4B8C-83A1-F6EECF244321}">
                <p14:modId xmlns:p14="http://schemas.microsoft.com/office/powerpoint/2010/main" val="1444644283"/>
              </p:ext>
            </p:extLst>
          </p:nvPr>
        </p:nvGraphicFramePr>
        <p:xfrm>
          <a:off x="4750598" y="1836894"/>
          <a:ext cx="2690803" cy="4320000"/>
        </p:xfrm>
        <a:graphic>
          <a:graphicData uri="http://schemas.openxmlformats.org/drawingml/2006/table">
            <a:tbl>
              <a:tblPr firstRow="1" bandRow="1">
                <a:tableStyleId>{5C22544A-7EE6-4342-B048-85BDC9FD1C3A}</a:tableStyleId>
              </a:tblPr>
              <a:tblGrid>
                <a:gridCol w="1234335">
                  <a:extLst>
                    <a:ext uri="{9D8B030D-6E8A-4147-A177-3AD203B41FA5}">
                      <a16:colId xmlns:a16="http://schemas.microsoft.com/office/drawing/2014/main" val="2486219610"/>
                    </a:ext>
                  </a:extLst>
                </a:gridCol>
                <a:gridCol w="1456468">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渐变顺序</a:t>
                      </a:r>
                    </a:p>
                  </a:txBody>
                  <a:tcPr marL="68580" marR="68580" marT="0" marB="0" anchor="ctr"/>
                </a:tc>
                <a:extLst>
                  <a:ext uri="{0D108BD9-81ED-4DB2-BD59-A6C34878D82A}">
                    <a16:rowId xmlns:a16="http://schemas.microsoft.com/office/drawing/2014/main" val="101937486"/>
                  </a:ext>
                </a:extLst>
              </a:tr>
              <a:tr h="432000">
                <a:tc>
                  <a:txBody>
                    <a:bodyPr/>
                    <a:lstStyle/>
                    <a:p>
                      <a:pPr marL="0" algn="ctr"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PuBu</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紫蓝</a:t>
                      </a:r>
                    </a:p>
                  </a:txBody>
                  <a:tcPr marL="68580" marR="68580" marT="0" marB="0"/>
                </a:tc>
                <a:extLst>
                  <a:ext uri="{0D108BD9-81ED-4DB2-BD59-A6C34878D82A}">
                    <a16:rowId xmlns:a16="http://schemas.microsoft.com/office/drawing/2014/main" val="481423965"/>
                  </a:ext>
                </a:extLst>
              </a:tr>
              <a:tr h="432000">
                <a:tc>
                  <a:txBody>
                    <a:bodyPr/>
                    <a:lstStyle/>
                    <a:p>
                      <a:pPr marL="0" algn="ctr"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OrRd</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黄色</a:t>
                      </a:r>
                    </a:p>
                  </a:txBody>
                  <a:tcPr marL="68580" marR="68580" marT="0" marB="0"/>
                </a:tc>
                <a:extLst>
                  <a:ext uri="{0D108BD9-81ED-4DB2-BD59-A6C34878D82A}">
                    <a16:rowId xmlns:a16="http://schemas.microsoft.com/office/drawing/2014/main" val="3451813464"/>
                  </a:ext>
                </a:extLst>
              </a:tr>
              <a:tr h="432000">
                <a:tc>
                  <a:txBody>
                    <a:bodyPr/>
                    <a:lstStyle/>
                    <a:p>
                      <a:pPr marL="0" algn="ctr"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Oranges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黑色</a:t>
                      </a:r>
                    </a:p>
                  </a:txBody>
                  <a:tcPr marL="68580" marR="68580" marT="0" marB="0"/>
                </a:tc>
                <a:extLst>
                  <a:ext uri="{0D108BD9-81ED-4DB2-BD59-A6C34878D82A}">
                    <a16:rowId xmlns:a16="http://schemas.microsoft.com/office/drawing/2014/main" val="290569487"/>
                  </a:ext>
                </a:extLst>
              </a:tr>
              <a:tr h="432000">
                <a:tc>
                  <a:txBody>
                    <a:bodyPr/>
                    <a:lstStyle/>
                    <a:p>
                      <a:pPr marL="0" algn="ctr"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Greys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白色</a:t>
                      </a:r>
                    </a:p>
                  </a:txBody>
                  <a:tcPr marL="68580" marR="68580" marT="0" marB="0"/>
                </a:tc>
                <a:extLst>
                  <a:ext uri="{0D108BD9-81ED-4DB2-BD59-A6C34878D82A}">
                    <a16:rowId xmlns:a16="http://schemas.microsoft.com/office/drawing/2014/main" val="94562582"/>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Greens</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绿</a:t>
                      </a:r>
                    </a:p>
                  </a:txBody>
                  <a:tcPr marL="68580" marR="68580" marT="0" marB="0"/>
                </a:tc>
                <a:extLst>
                  <a:ext uri="{0D108BD9-81ED-4DB2-BD59-A6C34878D82A}">
                    <a16:rowId xmlns:a16="http://schemas.microsoft.com/office/drawing/2014/main" val="4185982808"/>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GnBu</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绿蓝</a:t>
                      </a:r>
                    </a:p>
                  </a:txBody>
                  <a:tcPr marL="68580" marR="68580" marT="0" marB="0"/>
                </a:tc>
                <a:extLst>
                  <a:ext uri="{0D108BD9-81ED-4DB2-BD59-A6C34878D82A}">
                    <a16:rowId xmlns:a16="http://schemas.microsoft.com/office/drawing/2014/main" val="2704582905"/>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Bupu</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蓝紫</a:t>
                      </a:r>
                    </a:p>
                  </a:txBody>
                  <a:tcPr marL="68580" marR="68580" marT="0" marB="0"/>
                </a:tc>
                <a:extLst>
                  <a:ext uri="{0D108BD9-81ED-4DB2-BD59-A6C34878D82A}">
                    <a16:rowId xmlns:a16="http://schemas.microsoft.com/office/drawing/2014/main" val="3300087752"/>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BuGn</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蓝绿</a:t>
                      </a:r>
                    </a:p>
                  </a:txBody>
                  <a:tcPr marL="68580" marR="68580" marT="0" marB="0"/>
                </a:tc>
                <a:extLst>
                  <a:ext uri="{0D108BD9-81ED-4DB2-BD59-A6C34878D82A}">
                    <a16:rowId xmlns:a16="http://schemas.microsoft.com/office/drawing/2014/main" val="2776620664"/>
                  </a:ext>
                </a:extLst>
              </a:tr>
              <a:tr h="432000">
                <a:tc>
                  <a:txBody>
                    <a:bodyPr/>
                    <a:lstStyle/>
                    <a:p>
                      <a:pPr marL="0" algn="ctr"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Blues</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marL="0" algn="ctr"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蓝</a:t>
                      </a:r>
                    </a:p>
                  </a:txBody>
                  <a:tcPr marL="68580" marR="68580" marT="0" marB="0"/>
                </a:tc>
                <a:extLst>
                  <a:ext uri="{0D108BD9-81ED-4DB2-BD59-A6C34878D82A}">
                    <a16:rowId xmlns:a16="http://schemas.microsoft.com/office/drawing/2014/main" val="2442617580"/>
                  </a:ext>
                </a:extLst>
              </a:tr>
            </a:tbl>
          </a:graphicData>
        </a:graphic>
      </p:graphicFrame>
    </p:spTree>
    <p:extLst>
      <p:ext uri="{BB962C8B-B14F-4D97-AF65-F5344CB8AC3E}">
        <p14:creationId xmlns:p14="http://schemas.microsoft.com/office/powerpoint/2010/main" val="294371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heel(1)">
                                      <p:cBhvr>
                                        <p:cTn id="1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a:buClr>
                <a:srgbClr val="000066"/>
              </a:buClr>
            </a:pPr>
            <a:r>
              <a:rPr lang="en-US" altLang="zh-CN" dirty="0" err="1"/>
              <a:t>cubehelix_palette</a:t>
            </a:r>
            <a:r>
              <a:rPr lang="zh-CN" altLang="en-US" dirty="0"/>
              <a:t>函数的基本使用格式如下。</a:t>
            </a:r>
            <a:endParaRPr lang="en-US" altLang="zh-CN" dirty="0"/>
          </a:p>
          <a:p>
            <a:pPr>
              <a:buClr>
                <a:srgbClr val="000066"/>
              </a:buClr>
            </a:pPr>
            <a:endParaRPr lang="en-US" altLang="zh-CN" dirty="0"/>
          </a:p>
          <a:p>
            <a:pPr marL="0" indent="0">
              <a:buClr>
                <a:srgbClr val="000066"/>
              </a:buClr>
              <a:buNone/>
            </a:pPr>
            <a:endParaRPr lang="en-US" altLang="zh-CN" dirty="0"/>
          </a:p>
          <a:p>
            <a:pPr>
              <a:buClr>
                <a:srgbClr val="000066"/>
              </a:buClr>
            </a:pPr>
            <a:r>
              <a:rPr lang="en-US" altLang="zh-CN" sz="1800" dirty="0" err="1">
                <a:effectLst/>
                <a:latin typeface="Times New Roman" panose="02020603050405020304" pitchFamily="18" charset="0"/>
                <a:ea typeface="宋体" panose="02010600030101010101" pitchFamily="2" charset="-122"/>
              </a:rPr>
              <a:t>cubehe</a:t>
            </a:r>
            <a:r>
              <a:rPr lang="en-US" altLang="zh-CN" sz="1800" dirty="0" err="1">
                <a:solidFill>
                  <a:srgbClr val="000000"/>
                </a:solidFill>
                <a:effectLst/>
                <a:latin typeface="Times New Roman" panose="02020603050405020304" pitchFamily="18" charset="0"/>
                <a:ea typeface="宋体" panose="02010600030101010101" pitchFamily="2" charset="-122"/>
              </a:rPr>
              <a:t>li</a:t>
            </a:r>
            <a:r>
              <a:rPr lang="en-US" altLang="zh-CN" sz="1800" dirty="0" err="1">
                <a:effectLst/>
                <a:latin typeface="Times New Roman" panose="02020603050405020304" pitchFamily="18" charset="0"/>
                <a:ea typeface="宋体" panose="02010600030101010101" pitchFamily="2" charset="-122"/>
              </a:rPr>
              <a:t>x_palette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函数的常用参数及其说明如</a:t>
            </a:r>
            <a:r>
              <a:rPr lang="zh-CN" altLang="en-US" dirty="0"/>
              <a:t>下表。</a:t>
            </a:r>
            <a:endParaRPr lang="zh-CN" altLang="zh-CN" dirty="0"/>
          </a:p>
          <a:p>
            <a:pPr>
              <a:buClr>
                <a:srgbClr val="000066"/>
              </a:buClr>
              <a:buFont typeface="Arial" panose="020B0604020202020204" pitchFamily="34" charset="0"/>
              <a:buChar cha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4" name="表格 9">
            <a:extLst>
              <a:ext uri="{FF2B5EF4-FFF2-40B4-BE49-F238E27FC236}">
                <a16:creationId xmlns:a16="http://schemas.microsoft.com/office/drawing/2014/main" id="{BEF59BF1-C344-4392-967A-D63A03AEDCEC}"/>
              </a:ext>
            </a:extLst>
          </p:cNvPr>
          <p:cNvGraphicFramePr>
            <a:graphicFrameLocks noGrp="1"/>
          </p:cNvGraphicFramePr>
          <p:nvPr>
            <p:extLst>
              <p:ext uri="{D42A27DB-BD31-4B8C-83A1-F6EECF244321}">
                <p14:modId xmlns:p14="http://schemas.microsoft.com/office/powerpoint/2010/main" val="2873278955"/>
              </p:ext>
            </p:extLst>
          </p:nvPr>
        </p:nvGraphicFramePr>
        <p:xfrm>
          <a:off x="2313149" y="3132894"/>
          <a:ext cx="7586882" cy="3024000"/>
        </p:xfrm>
        <a:graphic>
          <a:graphicData uri="http://schemas.openxmlformats.org/drawingml/2006/table">
            <a:tbl>
              <a:tblPr firstRow="1" bandRow="1">
                <a:tableStyleId>{5C22544A-7EE6-4342-B048-85BDC9FD1C3A}</a:tableStyleId>
              </a:tblPr>
              <a:tblGrid>
                <a:gridCol w="1115060">
                  <a:extLst>
                    <a:ext uri="{9D8B030D-6E8A-4147-A177-3AD203B41FA5}">
                      <a16:colId xmlns:a16="http://schemas.microsoft.com/office/drawing/2014/main" val="2486219610"/>
                    </a:ext>
                  </a:extLst>
                </a:gridCol>
                <a:gridCol w="6471822">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n_color</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。表示调色板中颜色数目。默认为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423965"/>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start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0~3</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。表示指定开始时的色调。默认为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1813464"/>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rot</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。表示指定在调色板旋转范围（次数）。默认为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0.4</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569487"/>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light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。表示颜色明亮程度。默认为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0.85</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562582"/>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dark</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。表示颜色深暗程度。默认为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0.15</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85982808"/>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as_cmap</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。表示是否返回</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Matplotlib</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颜色映射对象。默认为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4582905"/>
                  </a:ext>
                </a:extLst>
              </a:tr>
            </a:tbl>
          </a:graphicData>
        </a:graphic>
      </p:graphicFrame>
      <p:sp>
        <p:nvSpPr>
          <p:cNvPr id="5" name="TextBox 5">
            <a:extLst>
              <a:ext uri="{FF2B5EF4-FFF2-40B4-BE49-F238E27FC236}">
                <a16:creationId xmlns:a16="http://schemas.microsoft.com/office/drawing/2014/main" id="{72871CA5-21D9-4404-876F-8DC41E1BE7D8}"/>
              </a:ext>
            </a:extLst>
          </p:cNvPr>
          <p:cNvSpPr txBox="1">
            <a:spLocks noChangeArrowheads="1"/>
          </p:cNvSpPr>
          <p:nvPr/>
        </p:nvSpPr>
        <p:spPr bwMode="auto">
          <a:xfrm>
            <a:off x="1453440" y="1647931"/>
            <a:ext cx="9774237"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seaborn.cubehelix_palette</a:t>
            </a:r>
            <a:r>
              <a:rPr kumimoji="0" lang="en-US" altLang="zh-CN" sz="2200" i="1" dirty="0">
                <a:latin typeface="Times New Roman" panose="02020603050405020304" pitchFamily="18" charset="0"/>
                <a:cs typeface="Times New Roman" panose="02020603050405020304" pitchFamily="18" charset="0"/>
              </a:rPr>
              <a:t>(</a:t>
            </a:r>
            <a:r>
              <a:rPr kumimoji="0" lang="en-US" altLang="zh-CN" sz="2200" i="1" dirty="0" err="1">
                <a:latin typeface="Times New Roman" panose="02020603050405020304" pitchFamily="18" charset="0"/>
                <a:cs typeface="Times New Roman" panose="02020603050405020304" pitchFamily="18" charset="0"/>
              </a:rPr>
              <a:t>n_colors</a:t>
            </a:r>
            <a:r>
              <a:rPr kumimoji="0" lang="en-US" altLang="zh-CN" sz="2200" i="1" dirty="0">
                <a:latin typeface="Times New Roman" panose="02020603050405020304" pitchFamily="18" charset="0"/>
                <a:cs typeface="Times New Roman" panose="02020603050405020304" pitchFamily="18" charset="0"/>
              </a:rPr>
              <a:t>=6, start=0, rot=0.4, gamma=1.0, hue=0.8, light=0.85, dark=0.15, reverse=False, </a:t>
            </a:r>
            <a:r>
              <a:rPr kumimoji="0" lang="en-US" altLang="zh-CN" sz="2200" i="1" dirty="0" err="1">
                <a:latin typeface="Times New Roman" panose="02020603050405020304" pitchFamily="18" charset="0"/>
                <a:cs typeface="Times New Roman" panose="02020603050405020304" pitchFamily="18" charset="0"/>
              </a:rPr>
              <a:t>as_cmap</a:t>
            </a:r>
            <a:r>
              <a:rPr kumimoji="0" lang="en-US" altLang="zh-CN" sz="2200" i="1" dirty="0">
                <a:latin typeface="Times New Roman" panose="02020603050405020304" pitchFamily="18" charset="0"/>
                <a:cs typeface="Times New Roman" panose="02020603050405020304" pitchFamily="18" charset="0"/>
              </a:rPr>
              <a:t>=False)</a:t>
            </a:r>
          </a:p>
        </p:txBody>
      </p:sp>
    </p:spTree>
    <p:extLst>
      <p:ext uri="{BB962C8B-B14F-4D97-AF65-F5344CB8AC3E}">
        <p14:creationId xmlns:p14="http://schemas.microsoft.com/office/powerpoint/2010/main" val="412706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heel(1)">
                                      <p:cBhvr>
                                        <p:cTn id="20"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8" name="文本框 7">
            <a:extLst>
              <a:ext uri="{FF2B5EF4-FFF2-40B4-BE49-F238E27FC236}">
                <a16:creationId xmlns:a16="http://schemas.microsoft.com/office/drawing/2014/main" id="{77A961CF-A177-3057-9BFD-036524ACBB05}"/>
              </a:ext>
            </a:extLst>
          </p:cNvPr>
          <p:cNvSpPr txBox="1"/>
          <p:nvPr/>
        </p:nvSpPr>
        <p:spPr>
          <a:xfrm>
            <a:off x="254876" y="1151906"/>
            <a:ext cx="6097836" cy="5355312"/>
          </a:xfrm>
          <a:prstGeom prst="rect">
            <a:avLst/>
          </a:prstGeom>
          <a:noFill/>
        </p:spPr>
        <p:txBody>
          <a:bodyPr wrap="square">
            <a:spAutoFit/>
          </a:bodyPr>
          <a:lstStyle/>
          <a:p>
            <a:r>
              <a:rPr lang="zh-CN" altLang="en-US" dirty="0"/>
              <a:t># </a:t>
            </a:r>
            <a:endParaRPr lang="en-US" altLang="zh-CN" dirty="0" smtClean="0"/>
          </a:p>
          <a:p>
            <a:r>
              <a:rPr lang="zh-CN" altLang="en-US" dirty="0" smtClean="0"/>
              <a:t>sns</a:t>
            </a:r>
            <a:r>
              <a:rPr lang="zh-CN" altLang="en-US" dirty="0"/>
              <a:t>.palplot(sns.cubehelix_palette(8, start=1, rot=0</a:t>
            </a:r>
            <a:r>
              <a:rPr lang="zh-CN" altLang="en-US" dirty="0" smtClean="0"/>
              <a:t>))</a:t>
            </a:r>
            <a:endParaRPr lang="zh-CN" altLang="en-US" dirty="0"/>
          </a:p>
          <a:p>
            <a:r>
              <a:rPr lang="zh-CN" altLang="en-US" dirty="0"/>
              <a:t>x, y = np.random.multivariate_normal([0, 0], [[1, -.5], [-.5, 1]], size=300).T</a:t>
            </a:r>
          </a:p>
          <a:p>
            <a:r>
              <a:rPr lang="zh-CN" altLang="en-US" dirty="0"/>
              <a:t>cmap = sns.cubehelix_palette(as_cmap=True)  # 生产调色板对象</a:t>
            </a:r>
          </a:p>
          <a:p>
            <a:r>
              <a:rPr lang="zh-CN" altLang="en-US" dirty="0"/>
              <a:t>sns.kdeplot(x, y, cmap=cmap, shade=True)</a:t>
            </a:r>
          </a:p>
          <a:p>
            <a:r>
              <a:rPr lang="zh-CN" altLang="en-US" dirty="0"/>
              <a:t>plt.title('连续调色板')</a:t>
            </a:r>
          </a:p>
          <a:p>
            <a:r>
              <a:rPr lang="zh-CN" altLang="en-US" dirty="0"/>
              <a:t>plt.show()</a:t>
            </a:r>
          </a:p>
          <a:p>
            <a:endParaRPr lang="zh-CN" altLang="en-US" dirty="0"/>
          </a:p>
          <a:p>
            <a:r>
              <a:rPr lang="zh-CN" altLang="en-US" dirty="0"/>
              <a:t># </a:t>
            </a:r>
            <a:r>
              <a:rPr lang="zh-CN" altLang="en-US" dirty="0" smtClean="0"/>
              <a:t>sns</a:t>
            </a:r>
            <a:r>
              <a:rPr lang="zh-CN" altLang="en-US" dirty="0"/>
              <a:t>.palplot(sns.light_palette('blue'))</a:t>
            </a:r>
          </a:p>
          <a:p>
            <a:r>
              <a:rPr lang="zh-CN" altLang="en-US" dirty="0"/>
              <a:t>sns.palplot(sns.dark_palette('yellow'))</a:t>
            </a:r>
          </a:p>
          <a:p>
            <a:r>
              <a:rPr lang="zh-CN" altLang="en-US" dirty="0"/>
              <a:t># 使用husl颜色空间作为种子</a:t>
            </a:r>
          </a:p>
          <a:p>
            <a:r>
              <a:rPr lang="zh-CN" altLang="en-US" dirty="0"/>
              <a:t>pal = sns.dark_palette((200, 80, 60), input='husl', reverse=True, as_cmap=True)</a:t>
            </a:r>
          </a:p>
          <a:p>
            <a:r>
              <a:rPr lang="zh-CN" altLang="en-US" dirty="0"/>
              <a:t>sns.kdeplot(x, y, cmap=pal)</a:t>
            </a:r>
          </a:p>
          <a:p>
            <a:r>
              <a:rPr lang="zh-CN" altLang="en-US" dirty="0"/>
              <a:t>plt.title('自定义连续调色板')</a:t>
            </a:r>
          </a:p>
          <a:p>
            <a:r>
              <a:rPr lang="zh-CN" altLang="en-US" dirty="0"/>
              <a:t>plt.show()</a:t>
            </a:r>
          </a:p>
          <a:p>
            <a:endParaRPr lang="zh-CN" altLang="en-US" dirty="0"/>
          </a:p>
        </p:txBody>
      </p:sp>
      <p:sp>
        <p:nvSpPr>
          <p:cNvPr id="2" name="矩形 1"/>
          <p:cNvSpPr/>
          <p:nvPr/>
        </p:nvSpPr>
        <p:spPr>
          <a:xfrm>
            <a:off x="6574971" y="2638923"/>
            <a:ext cx="6096000" cy="1754326"/>
          </a:xfrm>
          <a:prstGeom prst="rect">
            <a:avLst/>
          </a:prstGeom>
        </p:spPr>
        <p:txBody>
          <a:bodyPr>
            <a:spAutoFit/>
          </a:bodyPr>
          <a:lstStyle/>
          <a:p>
            <a:r>
              <a:rPr lang="zh-CN" altLang="en-US" dirty="0"/>
              <a:t># </a:t>
            </a:r>
            <a:endParaRPr lang="en-US" altLang="zh-CN" dirty="0"/>
          </a:p>
          <a:p>
            <a:r>
              <a:rPr lang="zh-CN" altLang="en-US" dirty="0"/>
              <a:t>sns.palplot(sns.color_palette('BrBG', 7))</a:t>
            </a:r>
          </a:p>
          <a:p>
            <a:r>
              <a:rPr lang="zh-CN" altLang="en-US" dirty="0"/>
              <a:t>sns.palplot(sns.color_palette('RdBu_r', 7))</a:t>
            </a:r>
          </a:p>
          <a:p>
            <a:endParaRPr lang="zh-CN" altLang="en-US" dirty="0"/>
          </a:p>
          <a:p>
            <a:r>
              <a:rPr lang="zh-CN" altLang="en-US" dirty="0"/>
              <a:t># </a:t>
            </a:r>
            <a:endParaRPr lang="en-US" altLang="zh-CN" dirty="0"/>
          </a:p>
          <a:p>
            <a:r>
              <a:rPr lang="zh-CN" altLang="en-US" dirty="0"/>
              <a:t>sns.palplot(sns.color_palette('coolwarm', 7))</a:t>
            </a:r>
          </a:p>
        </p:txBody>
      </p:sp>
    </p:spTree>
    <p:extLst>
      <p:ext uri="{BB962C8B-B14F-4D97-AF65-F5344CB8AC3E}">
        <p14:creationId xmlns:p14="http://schemas.microsoft.com/office/powerpoint/2010/main" val="1931496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3</a:t>
            </a:r>
            <a:r>
              <a:rPr lang="zh-CN" altLang="en-US" sz="2000" b="1" dirty="0"/>
              <a:t>） 离散调色板</a:t>
            </a:r>
            <a:endParaRPr lang="en-US" altLang="zh-CN" sz="2000" b="1" dirty="0"/>
          </a:p>
          <a:p>
            <a:pPr>
              <a:buClr>
                <a:srgbClr val="000066"/>
              </a:buClr>
            </a:pPr>
            <a:r>
              <a:rPr lang="zh-CN" altLang="zh-CN" dirty="0"/>
              <a:t>离散调色板 用于当数据的高值和低值都有非常重要的数据意义的情况下，数据中通常有一个定义明确的中点。</a:t>
            </a:r>
            <a:endParaRPr lang="en-US" altLang="zh-CN" dirty="0"/>
          </a:p>
          <a:p>
            <a:pPr>
              <a:buClr>
                <a:srgbClr val="000066"/>
              </a:buClr>
            </a:pPr>
            <a:r>
              <a:rPr lang="zh-CN" altLang="zh-CN" dirty="0"/>
              <a:t>选择离散调色板的规则是，起始色调具有相似的亮度和饱和度，并且经过色调偏移后在中点处和谐的相遇。离散调色板的设置情况如下</a:t>
            </a:r>
            <a:r>
              <a:rPr lang="zh-CN" altLang="en-US" dirty="0"/>
              <a:t>。</a:t>
            </a:r>
            <a:endParaRPr lang="en-US" altLang="zh-CN" dirty="0"/>
          </a:p>
          <a:p>
            <a:pPr marL="720000" lvl="1" indent="-362822">
              <a:lnSpc>
                <a:spcPct val="150000"/>
              </a:lnSpc>
              <a:spcBef>
                <a:spcPts val="900"/>
              </a:spcBef>
              <a:buFont typeface="Arial" pitchFamily="34" charset="0"/>
              <a:buChar char="•"/>
              <a:defRPr/>
            </a:pPr>
            <a:r>
              <a:rPr lang="zh-CN" altLang="zh-CN" sz="1800" dirty="0">
                <a:latin typeface="Times New Roman" panose="02020603050405020304" pitchFamily="18" charset="0"/>
                <a:ea typeface="宋体" panose="02010600030101010101" pitchFamily="2" charset="-122"/>
                <a:cs typeface="Times New Roman" pitchFamily="18" charset="0"/>
              </a:rPr>
              <a:t>默认中较好的离散调色板</a:t>
            </a:r>
            <a:endParaRPr lang="en-US" altLang="zh-CN" sz="1800" dirty="0">
              <a:latin typeface="Times New Roman" panose="02020603050405020304" pitchFamily="18" charset="0"/>
              <a:ea typeface="宋体" panose="02010600030101010101" pitchFamily="2" charset="-122"/>
              <a:cs typeface="Times New Roman" pitchFamily="18" charset="0"/>
            </a:endParaRPr>
          </a:p>
          <a:p>
            <a:pPr marL="720000" lvl="1" indent="-362822">
              <a:lnSpc>
                <a:spcPct val="150000"/>
              </a:lnSpc>
              <a:spcBef>
                <a:spcPts val="900"/>
              </a:spcBef>
              <a:buFont typeface="Arial" pitchFamily="34" charset="0"/>
              <a:buChar char="•"/>
              <a:defRPr/>
            </a:pPr>
            <a:r>
              <a:rPr lang="zh-CN" altLang="zh-CN" sz="1800" dirty="0">
                <a:latin typeface="Times New Roman" panose="02020603050405020304" pitchFamily="18" charset="0"/>
                <a:ea typeface="宋体" panose="02010600030101010101" pitchFamily="2" charset="-122"/>
                <a:cs typeface="Times New Roman" pitchFamily="18" charset="0"/>
              </a:rPr>
              <a:t>自定义离散调色板</a:t>
            </a:r>
          </a:p>
          <a:p>
            <a:pPr>
              <a:buClr>
                <a:srgbClr val="000066"/>
              </a:buClr>
              <a:buFont typeface="Arial" panose="020B0604020202020204" pitchFamily="34" charset="0"/>
              <a:buChar char="•"/>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Tree>
    <p:extLst>
      <p:ext uri="{BB962C8B-B14F-4D97-AF65-F5344CB8AC3E}">
        <p14:creationId xmlns:p14="http://schemas.microsoft.com/office/powerpoint/2010/main" val="174607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500"/>
                                        <p:tgtEl>
                                          <p:spTgt spid="2">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a:buClr>
                <a:srgbClr val="000066"/>
              </a:buClr>
            </a:pPr>
            <a:r>
              <a:rPr lang="zh-CN" altLang="en-US" dirty="0"/>
              <a:t>在</a:t>
            </a:r>
            <a:r>
              <a:rPr lang="en-US" altLang="zh-CN" dirty="0"/>
              <a:t>seaborn</a:t>
            </a:r>
            <a:r>
              <a:rPr lang="zh-CN" altLang="en-US" dirty="0"/>
              <a:t>库中可以使用</a:t>
            </a:r>
            <a:r>
              <a:rPr lang="en-US" altLang="zh-CN" dirty="0" err="1"/>
              <a:t>diverging_palette</a:t>
            </a:r>
            <a:r>
              <a:rPr lang="zh-CN" altLang="en-US" dirty="0"/>
              <a:t>函数（及</a:t>
            </a:r>
            <a:r>
              <a:rPr lang="en-US" altLang="zh-CN" dirty="0" err="1"/>
              <a:t>choose_diverging_palette</a:t>
            </a:r>
            <a:r>
              <a:rPr lang="zh-CN" altLang="en-US" dirty="0"/>
              <a:t>函数交互式小部件）为离散数据创建自定义调色板。</a:t>
            </a:r>
            <a:endParaRPr lang="en-US" altLang="zh-CN" dirty="0"/>
          </a:p>
          <a:p>
            <a:pPr>
              <a:buClr>
                <a:srgbClr val="000066"/>
              </a:buClr>
            </a:pPr>
            <a:r>
              <a:rPr lang="en-US" altLang="zh-CN" sz="1800" dirty="0" err="1">
                <a:effectLst/>
                <a:latin typeface="Times New Roman" panose="02020603050405020304" pitchFamily="18" charset="0"/>
                <a:ea typeface="宋体" panose="02010600030101010101" pitchFamily="2" charset="-122"/>
              </a:rPr>
              <a:t>diverging_palette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函数的基本使用格式如下。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endParaRPr lang="en-US" altLang="zh-CN" dirty="0"/>
          </a:p>
          <a:p>
            <a:pPr marL="0" indent="0">
              <a:buClr>
                <a:srgbClr val="000066"/>
              </a:buClr>
              <a:buNone/>
            </a:pPr>
            <a:endParaRPr lang="en-US" altLang="zh-CN" dirty="0"/>
          </a:p>
          <a:p>
            <a:pPr marL="0" indent="0">
              <a:buClr>
                <a:srgbClr val="000066"/>
              </a:buClr>
              <a:buNone/>
            </a:pP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TextBox 5">
            <a:extLst>
              <a:ext uri="{FF2B5EF4-FFF2-40B4-BE49-F238E27FC236}">
                <a16:creationId xmlns:a16="http://schemas.microsoft.com/office/drawing/2014/main" id="{E6E300BE-F264-4A86-8432-AF3FA42B6C30}"/>
              </a:ext>
            </a:extLst>
          </p:cNvPr>
          <p:cNvSpPr txBox="1">
            <a:spLocks noChangeArrowheads="1"/>
          </p:cNvSpPr>
          <p:nvPr/>
        </p:nvSpPr>
        <p:spPr bwMode="auto">
          <a:xfrm>
            <a:off x="254876" y="2793927"/>
            <a:ext cx="122803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pt-BR" altLang="zh-CN" sz="2200" i="1" dirty="0">
                <a:latin typeface="Times New Roman" panose="02020603050405020304" pitchFamily="18" charset="0"/>
                <a:cs typeface="Times New Roman" panose="02020603050405020304" pitchFamily="18" charset="0"/>
              </a:rPr>
              <a:t>seaborn.diverging_palette(h_neg, h_pos, s=75, l=50, sep=1, n=6, center='light', as_cmap=False)</a:t>
            </a:r>
            <a:endParaRPr kumimoji="0" lang="en-US" altLang="zh-CN"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071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dirty="0" err="1"/>
              <a:t>diverging_palette</a:t>
            </a:r>
            <a:r>
              <a:rPr lang="zh-CN" altLang="zh-CN" dirty="0"/>
              <a:t>函数的常用参数及其说明如</a:t>
            </a:r>
            <a:r>
              <a:rPr lang="zh-CN" altLang="en-US" dirty="0"/>
              <a:t>下表。</a:t>
            </a:r>
            <a:endParaRPr lang="en-US" altLang="zh-CN" dirty="0"/>
          </a:p>
          <a:p>
            <a:pPr>
              <a:buClr>
                <a:srgbClr val="000066"/>
              </a:buClr>
              <a:buFont typeface="Arial" panose="020B0604020202020204" pitchFamily="34" charset="0"/>
              <a:buChar char="•"/>
            </a:pPr>
            <a:endParaRPr lang="en-US" altLang="zh-CN" dirty="0"/>
          </a:p>
          <a:p>
            <a:pPr>
              <a:buClr>
                <a:srgbClr val="000066"/>
              </a:buClr>
            </a:pP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5" name="表格 9">
            <a:extLst>
              <a:ext uri="{FF2B5EF4-FFF2-40B4-BE49-F238E27FC236}">
                <a16:creationId xmlns:a16="http://schemas.microsoft.com/office/drawing/2014/main" id="{68617E54-B6FD-41BD-B447-8157F8270091}"/>
              </a:ext>
            </a:extLst>
          </p:cNvPr>
          <p:cNvGraphicFramePr>
            <a:graphicFrameLocks noGrp="1"/>
          </p:cNvGraphicFramePr>
          <p:nvPr>
            <p:extLst>
              <p:ext uri="{D42A27DB-BD31-4B8C-83A1-F6EECF244321}">
                <p14:modId xmlns:p14="http://schemas.microsoft.com/office/powerpoint/2010/main" val="666957750"/>
              </p:ext>
            </p:extLst>
          </p:nvPr>
        </p:nvGraphicFramePr>
        <p:xfrm>
          <a:off x="660580" y="1902537"/>
          <a:ext cx="7833346" cy="3456000"/>
        </p:xfrm>
        <a:graphic>
          <a:graphicData uri="http://schemas.openxmlformats.org/drawingml/2006/table">
            <a:tbl>
              <a:tblPr firstRow="1" bandRow="1">
                <a:tableStyleId>{5C22544A-7EE6-4342-B048-85BDC9FD1C3A}</a:tableStyleId>
              </a:tblPr>
              <a:tblGrid>
                <a:gridCol w="1115060">
                  <a:extLst>
                    <a:ext uri="{9D8B030D-6E8A-4147-A177-3AD203B41FA5}">
                      <a16:colId xmlns:a16="http://schemas.microsoft.com/office/drawing/2014/main" val="2486219610"/>
                    </a:ext>
                  </a:extLst>
                </a:gridCol>
                <a:gridCol w="6718286">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h_neg</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0~359</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之间的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。表示调色板负面范围色调。无默认值</a:t>
                      </a:r>
                    </a:p>
                  </a:txBody>
                  <a:tcPr marL="68580" marR="68580" marT="0" marB="0" anchor="ctr"/>
                </a:tc>
                <a:extLst>
                  <a:ext uri="{0D108BD9-81ED-4DB2-BD59-A6C34878D82A}">
                    <a16:rowId xmlns:a16="http://schemas.microsoft.com/office/drawing/2014/main" val="2309043048"/>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h_pos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0~359</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之间的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。表示调色板正面范围色调。无默认值</a:t>
                      </a:r>
                    </a:p>
                  </a:txBody>
                  <a:tcPr marL="68580" marR="68580" marT="0" marB="0" anchor="ctr"/>
                </a:tc>
                <a:extLst>
                  <a:ext uri="{0D108BD9-81ED-4DB2-BD59-A6C34878D82A}">
                    <a16:rowId xmlns:a16="http://schemas.microsoft.com/office/drawing/2014/main" val="481423965"/>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之间的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。表示两个范围色调饱和度。默认为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1813464"/>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之间的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。表示两个范围色调亮度。默认为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50</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569487"/>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。表示调色板颜色数目。默认值为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562582"/>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center</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。表示调色板中心是明或暗，可选</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light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dark</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light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85982808"/>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as_cmap</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。表示是否返回</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Matplotlib</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颜色映射对象。默认为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4582905"/>
                  </a:ext>
                </a:extLst>
              </a:tr>
            </a:tbl>
          </a:graphicData>
        </a:graphic>
      </p:graphicFrame>
    </p:spTree>
    <p:extLst>
      <p:ext uri="{BB962C8B-B14F-4D97-AF65-F5344CB8AC3E}">
        <p14:creationId xmlns:p14="http://schemas.microsoft.com/office/powerpoint/2010/main" val="1401934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文本框 3">
            <a:extLst>
              <a:ext uri="{FF2B5EF4-FFF2-40B4-BE49-F238E27FC236}">
                <a16:creationId xmlns:a16="http://schemas.microsoft.com/office/drawing/2014/main" id="{7182B14F-FC2C-E0E9-23C6-FCDF56265300}"/>
              </a:ext>
            </a:extLst>
          </p:cNvPr>
          <p:cNvSpPr txBox="1"/>
          <p:nvPr/>
        </p:nvSpPr>
        <p:spPr>
          <a:xfrm>
            <a:off x="1503229" y="2038046"/>
            <a:ext cx="6268596" cy="2585323"/>
          </a:xfrm>
          <a:prstGeom prst="rect">
            <a:avLst/>
          </a:prstGeom>
          <a:noFill/>
        </p:spPr>
        <p:txBody>
          <a:bodyPr wrap="square">
            <a:spAutoFit/>
          </a:bodyPr>
          <a:lstStyle/>
          <a:p>
            <a:r>
              <a:rPr lang="zh-CN" altLang="en-US" dirty="0"/>
              <a:t># </a:t>
            </a:r>
            <a:endParaRPr lang="en-US" altLang="zh-CN" dirty="0"/>
          </a:p>
          <a:p>
            <a:r>
              <a:rPr lang="zh-CN" altLang="en-US" dirty="0" smtClean="0"/>
              <a:t>sns</a:t>
            </a:r>
            <a:r>
              <a:rPr lang="zh-CN" altLang="en-US" dirty="0"/>
              <a:t>.palplot(sns.diverging_palette(240, 10, n=7))</a:t>
            </a:r>
          </a:p>
          <a:p>
            <a:r>
              <a:rPr lang="zh-CN" altLang="en-US" dirty="0"/>
              <a:t>sns.palplot(sns.diverging_palette(150, 275, s=80, l=55, n=7))</a:t>
            </a:r>
          </a:p>
          <a:p>
            <a:r>
              <a:rPr lang="zh-CN" altLang="en-US" dirty="0"/>
              <a:t># 创建中间是暗色的调色板</a:t>
            </a:r>
          </a:p>
          <a:p>
            <a:r>
              <a:rPr lang="zh-CN" altLang="en-US" dirty="0"/>
              <a:t>sns.palplot(sns.diverging_palette(250, 15, s=75, l=40, n=7, center='dark'))</a:t>
            </a:r>
          </a:p>
          <a:p>
            <a:r>
              <a:rPr lang="zh-CN" altLang="en-US" dirty="0"/>
              <a:t># 通过sep参数控制中间区域渐变宽度</a:t>
            </a:r>
          </a:p>
          <a:p>
            <a:r>
              <a:rPr lang="zh-CN" altLang="en-US" dirty="0"/>
              <a:t>sns.palplot(sns.diverging_palette(150, 275, s=80, l=55, n=7, sep=80))</a:t>
            </a:r>
          </a:p>
        </p:txBody>
      </p:sp>
    </p:spTree>
    <p:extLst>
      <p:ext uri="{BB962C8B-B14F-4D97-AF65-F5344CB8AC3E}">
        <p14:creationId xmlns:p14="http://schemas.microsoft.com/office/powerpoint/2010/main" val="3743961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4</a:t>
            </a:r>
            <a:r>
              <a:rPr lang="zh-CN" altLang="en-US" sz="2000" b="1" dirty="0"/>
              <a:t>） 设置默认调色板</a:t>
            </a:r>
            <a:endParaRPr lang="en-US" altLang="zh-CN" sz="2000" b="1" dirty="0"/>
          </a:p>
          <a:p>
            <a:pPr>
              <a:buClr>
                <a:srgbClr val="000066"/>
              </a:buClr>
            </a:pPr>
            <a:r>
              <a:rPr lang="en-US" altLang="zh-CN" dirty="0" err="1"/>
              <a:t>color_palette</a:t>
            </a:r>
            <a:r>
              <a:rPr lang="zh-CN" altLang="en-US" dirty="0"/>
              <a:t>函数还有一个与之相对应的函数，即</a:t>
            </a:r>
            <a:r>
              <a:rPr lang="en-US" altLang="zh-CN" dirty="0" err="1"/>
              <a:t>set_palette</a:t>
            </a:r>
            <a:r>
              <a:rPr lang="zh-CN" altLang="en-US" dirty="0"/>
              <a:t>函数。</a:t>
            </a:r>
            <a:endParaRPr lang="en-US" altLang="zh-CN" dirty="0"/>
          </a:p>
          <a:p>
            <a:pPr>
              <a:buClr>
                <a:srgbClr val="000066"/>
              </a:buClr>
            </a:pPr>
            <a:r>
              <a:rPr lang="en-US" altLang="zh-CN" dirty="0" err="1"/>
              <a:t>set_palette</a:t>
            </a:r>
            <a:r>
              <a:rPr lang="zh-CN" altLang="en-US" dirty="0"/>
              <a:t>函数接受与</a:t>
            </a:r>
            <a:r>
              <a:rPr lang="en-US" altLang="zh-CN" dirty="0" err="1"/>
              <a:t>color_palette</a:t>
            </a:r>
            <a:r>
              <a:rPr lang="zh-CN" altLang="en-US" dirty="0"/>
              <a:t>函数相同的参数，可更改默认的</a:t>
            </a:r>
            <a:r>
              <a:rPr lang="en-US" altLang="zh-CN" dirty="0"/>
              <a:t>Matplotlib</a:t>
            </a:r>
            <a:r>
              <a:rPr lang="zh-CN" altLang="en-US" dirty="0"/>
              <a:t>参数，更改后所有的调色板将变为设置调色板配置。</a:t>
            </a: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Tree>
    <p:extLst>
      <p:ext uri="{BB962C8B-B14F-4D97-AF65-F5344CB8AC3E}">
        <p14:creationId xmlns:p14="http://schemas.microsoft.com/office/powerpoint/2010/main" val="251557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6" name="文本框 5">
            <a:extLst>
              <a:ext uri="{FF2B5EF4-FFF2-40B4-BE49-F238E27FC236}">
                <a16:creationId xmlns:a16="http://schemas.microsoft.com/office/drawing/2014/main" id="{44B2A1E0-D353-5BAD-3BDB-6B1E64B9375D}"/>
              </a:ext>
            </a:extLst>
          </p:cNvPr>
          <p:cNvSpPr txBox="1"/>
          <p:nvPr/>
        </p:nvSpPr>
        <p:spPr>
          <a:xfrm>
            <a:off x="5741276" y="1001480"/>
            <a:ext cx="6097836" cy="5355312"/>
          </a:xfrm>
          <a:prstGeom prst="rect">
            <a:avLst/>
          </a:prstGeom>
          <a:noFill/>
        </p:spPr>
        <p:txBody>
          <a:bodyPr wrap="square">
            <a:spAutoFit/>
          </a:bodyPr>
          <a:lstStyle/>
          <a:p>
            <a:endParaRPr lang="zh-CN" altLang="en-US" dirty="0"/>
          </a:p>
          <a:p>
            <a:r>
              <a:rPr lang="zh-CN" altLang="en-US" dirty="0"/>
              <a:t># sns.set_palette函数设置调色板</a:t>
            </a:r>
          </a:p>
          <a:p>
            <a:r>
              <a:rPr lang="zh-CN" altLang="en-US" dirty="0"/>
              <a:t>sns.set_palette('YlOrRd_d')</a:t>
            </a:r>
          </a:p>
          <a:p>
            <a:r>
              <a:rPr lang="zh-CN" altLang="en-US" dirty="0"/>
              <a:t>showLine()</a:t>
            </a:r>
          </a:p>
          <a:p>
            <a:r>
              <a:rPr lang="zh-CN" altLang="en-US" dirty="0"/>
              <a:t>plt.title('使用set_palette设置调色板')</a:t>
            </a:r>
          </a:p>
          <a:p>
            <a:r>
              <a:rPr lang="zh-CN" altLang="en-US" dirty="0"/>
              <a:t>plt.show()</a:t>
            </a:r>
          </a:p>
          <a:p>
            <a:endParaRPr lang="zh-CN" altLang="en-US" dirty="0"/>
          </a:p>
          <a:p>
            <a:r>
              <a:rPr lang="zh-CN" altLang="en-US" dirty="0"/>
              <a:t>sns.set()  # 恢复所有默认设置</a:t>
            </a:r>
          </a:p>
          <a:p>
            <a:r>
              <a:rPr lang="zh-CN" altLang="en-US" dirty="0"/>
              <a:t>plt.rcParams['font.sans-serif'] = ['SimHei']</a:t>
            </a:r>
          </a:p>
          <a:p>
            <a:r>
              <a:rPr lang="zh-CN" altLang="en-US" dirty="0"/>
              <a:t>plt.rcParams['axes.unicode_minus'] = False</a:t>
            </a:r>
          </a:p>
          <a:p>
            <a:r>
              <a:rPr lang="zh-CN" altLang="en-US" dirty="0"/>
              <a:t>pic = plt.figure(figsize=(8, 4))</a:t>
            </a:r>
          </a:p>
          <a:p>
            <a:r>
              <a:rPr lang="zh-CN" altLang="en-US" dirty="0"/>
              <a:t>with sns.color_palette('PuBuGn_d'):  # 临时配置调色板</a:t>
            </a:r>
          </a:p>
          <a:p>
            <a:r>
              <a:rPr lang="zh-CN" altLang="en-US" dirty="0"/>
              <a:t>    pic.add_subplot(1, 2, 1)</a:t>
            </a:r>
          </a:p>
          <a:p>
            <a:r>
              <a:rPr lang="zh-CN" altLang="en-US" dirty="0"/>
              <a:t>    showLine()</a:t>
            </a:r>
          </a:p>
          <a:p>
            <a:r>
              <a:rPr lang="zh-CN" altLang="en-US" dirty="0"/>
              <a:t>    plt.title('使用color_palette设置调色板')</a:t>
            </a:r>
          </a:p>
          <a:p>
            <a:r>
              <a:rPr lang="zh-CN" altLang="en-US" dirty="0"/>
              <a:t>pic.add_subplot(1, 2, 2)  # 使用默认调色板</a:t>
            </a:r>
          </a:p>
          <a:p>
            <a:r>
              <a:rPr lang="zh-CN" altLang="en-US" dirty="0"/>
              <a:t>showLine()</a:t>
            </a:r>
          </a:p>
          <a:p>
            <a:r>
              <a:rPr lang="zh-CN" altLang="en-US" dirty="0"/>
              <a:t>plt.title('默认调色板')</a:t>
            </a:r>
          </a:p>
          <a:p>
            <a:r>
              <a:rPr lang="zh-CN" altLang="en-US" dirty="0"/>
              <a:t>plt.show()</a:t>
            </a:r>
          </a:p>
        </p:txBody>
      </p:sp>
      <p:sp>
        <p:nvSpPr>
          <p:cNvPr id="2" name="矩形 1"/>
          <p:cNvSpPr/>
          <p:nvPr/>
        </p:nvSpPr>
        <p:spPr>
          <a:xfrm>
            <a:off x="723900" y="1527676"/>
            <a:ext cx="6096000" cy="3693319"/>
          </a:xfrm>
          <a:prstGeom prst="rect">
            <a:avLst/>
          </a:prstGeom>
        </p:spPr>
        <p:txBody>
          <a:bodyPr>
            <a:spAutoFit/>
          </a:bodyPr>
          <a:lstStyle/>
          <a:p>
            <a:r>
              <a:rPr lang="zh-CN" altLang="en-US" dirty="0"/>
              <a:t># </a:t>
            </a:r>
            <a:endParaRPr lang="en-US" altLang="zh-CN" dirty="0"/>
          </a:p>
          <a:p>
            <a:r>
              <a:rPr lang="zh-CN" altLang="en-US" dirty="0"/>
              <a:t>x = np.arange(1, 10, 2)</a:t>
            </a:r>
          </a:p>
          <a:p>
            <a:r>
              <a:rPr lang="zh-CN" altLang="en-US" dirty="0"/>
              <a:t>y1 = x + 1</a:t>
            </a:r>
          </a:p>
          <a:p>
            <a:r>
              <a:rPr lang="zh-CN" altLang="en-US" dirty="0"/>
              <a:t>y2 = x + 3</a:t>
            </a:r>
          </a:p>
          <a:p>
            <a:r>
              <a:rPr lang="zh-CN" altLang="en-US" dirty="0"/>
              <a:t>y3 = x + 5</a:t>
            </a:r>
          </a:p>
          <a:p>
            <a:r>
              <a:rPr lang="zh-CN" altLang="en-US" dirty="0"/>
              <a:t>def showLine(flip=1):</a:t>
            </a:r>
          </a:p>
          <a:p>
            <a:r>
              <a:rPr lang="zh-CN" altLang="en-US" dirty="0"/>
              <a:t>    sns.lineplot(x, y1)</a:t>
            </a:r>
          </a:p>
          <a:p>
            <a:r>
              <a:rPr lang="zh-CN" altLang="en-US" dirty="0"/>
              <a:t>    sns.lineplot(x, y2)</a:t>
            </a:r>
          </a:p>
          <a:p>
            <a:r>
              <a:rPr lang="zh-CN" altLang="en-US" dirty="0"/>
              <a:t>    sns.lineplot(x, y3)</a:t>
            </a:r>
          </a:p>
          <a:p>
            <a:r>
              <a:rPr lang="zh-CN" altLang="en-US" dirty="0"/>
              <a:t># 使用默认调色板</a:t>
            </a:r>
          </a:p>
          <a:p>
            <a:r>
              <a:rPr lang="zh-CN" altLang="en-US" dirty="0"/>
              <a:t>showLine()</a:t>
            </a:r>
          </a:p>
          <a:p>
            <a:r>
              <a:rPr lang="zh-CN" altLang="en-US" dirty="0"/>
              <a:t>plt.title('默认调色板')</a:t>
            </a:r>
          </a:p>
          <a:p>
            <a:r>
              <a:rPr lang="zh-CN" altLang="en-US" dirty="0"/>
              <a:t>plt.show()</a:t>
            </a:r>
          </a:p>
        </p:txBody>
      </p:sp>
    </p:spTree>
    <p:extLst>
      <p:ext uri="{BB962C8B-B14F-4D97-AF65-F5344CB8AC3E}">
        <p14:creationId xmlns:p14="http://schemas.microsoft.com/office/powerpoint/2010/main" val="3021586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en-US" altLang="zh-CN" sz="2000" b="1" dirty="0"/>
              <a:t>1. </a:t>
            </a:r>
            <a:r>
              <a:rPr lang="zh-CN" altLang="en-US" sz="2000" b="1" dirty="0"/>
              <a:t>绘制热力图</a:t>
            </a:r>
            <a:endParaRPr lang="en-US" altLang="zh-CN" sz="2000" b="1" dirty="0"/>
          </a:p>
          <a:p>
            <a:pPr>
              <a:buClr>
                <a:srgbClr val="000066"/>
              </a:buClr>
            </a:pPr>
            <a:r>
              <a:rPr lang="zh-CN" altLang="zh-CN" dirty="0"/>
              <a:t>热力图（</a:t>
            </a:r>
            <a:r>
              <a:rPr lang="en-US" altLang="zh-CN" dirty="0"/>
              <a:t>Heat Chart</a:t>
            </a:r>
            <a:r>
              <a:rPr lang="zh-CN" altLang="zh-CN" dirty="0"/>
              <a:t>）通过颜色的深浅表示数据的分布，颜色越浅数据越大，可以一眼就分辨出数据的分布情况，非常方便。</a:t>
            </a:r>
          </a:p>
          <a:p>
            <a:pPr>
              <a:buClr>
                <a:srgbClr val="000066"/>
              </a:buClr>
            </a:pPr>
            <a:r>
              <a:rPr lang="zh-CN" altLang="zh-CN" dirty="0"/>
              <a:t>在</a:t>
            </a:r>
            <a:r>
              <a:rPr lang="en-US" altLang="zh-CN" dirty="0"/>
              <a:t>seaborn</a:t>
            </a:r>
            <a:r>
              <a:rPr lang="zh-CN" altLang="zh-CN" dirty="0"/>
              <a:t>库中，可以使用</a:t>
            </a:r>
            <a:r>
              <a:rPr lang="en-US" altLang="zh-CN" dirty="0"/>
              <a:t>heatmap</a:t>
            </a:r>
            <a:r>
              <a:rPr lang="zh-CN" altLang="zh-CN" dirty="0"/>
              <a:t>函数绘制热力图。</a:t>
            </a:r>
            <a:r>
              <a:rPr lang="en-US" altLang="zh-CN" dirty="0"/>
              <a:t>heatmap</a:t>
            </a:r>
            <a:r>
              <a:rPr lang="zh-CN" altLang="zh-CN" dirty="0"/>
              <a:t>函数的基本使用格式如下。</a:t>
            </a:r>
          </a:p>
          <a:p>
            <a:pPr>
              <a:buClr>
                <a:srgbClr val="000066"/>
              </a:buClr>
            </a:pP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sp>
        <p:nvSpPr>
          <p:cNvPr id="4" name="TextBox 5">
            <a:extLst>
              <a:ext uri="{FF2B5EF4-FFF2-40B4-BE49-F238E27FC236}">
                <a16:creationId xmlns:a16="http://schemas.microsoft.com/office/drawing/2014/main" id="{B31E1B2C-FFA4-43F8-BA7E-8EBF653A4F97}"/>
              </a:ext>
            </a:extLst>
          </p:cNvPr>
          <p:cNvSpPr txBox="1">
            <a:spLocks noChangeArrowheads="1"/>
          </p:cNvSpPr>
          <p:nvPr/>
        </p:nvSpPr>
        <p:spPr bwMode="auto">
          <a:xfrm>
            <a:off x="1208881" y="3358245"/>
            <a:ext cx="977423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pt-BR" altLang="zh-CN" sz="2200" i="1" dirty="0">
                <a:latin typeface="Times New Roman" panose="02020603050405020304" pitchFamily="18" charset="0"/>
                <a:cs typeface="Times New Roman" panose="02020603050405020304" pitchFamily="18" charset="0"/>
              </a:rPr>
              <a:t>seaborn.heatmap(data, vmin=None, vmax=None, cmap=None, center=None, robust=False, annot=None, fmt='.2g', annot_kws=None, linewidths=0, linecolor='white', cbar=True, cbar_kws=None, cbar_ax=None, square=False, xticklabels='auto', yticklabels='auto', mask=None, ax=None, **kwargs)</a:t>
            </a:r>
            <a:endParaRPr kumimoji="0" lang="en-US" altLang="zh-CN"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31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dirty="0"/>
              <a:t>heatmap</a:t>
            </a:r>
            <a:r>
              <a:rPr lang="zh-CN" altLang="en-US" dirty="0"/>
              <a:t>函数的主要参数及说明如下表。</a:t>
            </a:r>
            <a:endParaRPr lang="zh-CN" altLang="zh-CN" dirty="0"/>
          </a:p>
          <a:p>
            <a:pPr>
              <a:buClr>
                <a:srgbClr val="000066"/>
              </a:buClr>
            </a:pP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graphicFrame>
        <p:nvGraphicFramePr>
          <p:cNvPr id="5" name="表格 9">
            <a:extLst>
              <a:ext uri="{FF2B5EF4-FFF2-40B4-BE49-F238E27FC236}">
                <a16:creationId xmlns:a16="http://schemas.microsoft.com/office/drawing/2014/main" id="{6CEEB29F-053E-45A6-AC2B-3322BD9BF2F5}"/>
              </a:ext>
            </a:extLst>
          </p:cNvPr>
          <p:cNvGraphicFramePr>
            <a:graphicFrameLocks noGrp="1"/>
          </p:cNvGraphicFramePr>
          <p:nvPr>
            <p:extLst>
              <p:ext uri="{D42A27DB-BD31-4B8C-83A1-F6EECF244321}">
                <p14:modId xmlns:p14="http://schemas.microsoft.com/office/powerpoint/2010/main" val="708426280"/>
              </p:ext>
            </p:extLst>
          </p:nvPr>
        </p:nvGraphicFramePr>
        <p:xfrm>
          <a:off x="660580" y="2038168"/>
          <a:ext cx="10766104" cy="2708640"/>
        </p:xfrm>
        <a:graphic>
          <a:graphicData uri="http://schemas.openxmlformats.org/drawingml/2006/table">
            <a:tbl>
              <a:tblPr firstRow="1" bandRow="1">
                <a:tableStyleId>{5C22544A-7EE6-4342-B048-85BDC9FD1C3A}</a:tableStyleId>
              </a:tblPr>
              <a:tblGrid>
                <a:gridCol w="1400810">
                  <a:extLst>
                    <a:ext uri="{9D8B030D-6E8A-4147-A177-3AD203B41FA5}">
                      <a16:colId xmlns:a16="http://schemas.microsoft.com/office/drawing/2014/main" val="2486219610"/>
                    </a:ext>
                  </a:extLst>
                </a:gridCol>
                <a:gridCol w="9365294">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接收可转换为</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ndarray</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的二维矩形数据集。表示用于绘图的数据集。无默认值</a:t>
                      </a:r>
                    </a:p>
                  </a:txBody>
                  <a:tcPr marL="68580" marR="68580" marT="0" marB="0" anchor="ctr"/>
                </a:tc>
                <a:extLst>
                  <a:ext uri="{0D108BD9-81ED-4DB2-BD59-A6C34878D82A}">
                    <a16:rowId xmlns:a16="http://schemas.microsoft.com/office/drawing/2014/main" val="2309043048"/>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vmin</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vmax</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。表示颜色映射的值得范围。默认为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423965"/>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cmap</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接收色彩映射或颜色列表。表示数值到颜色空间的映射。默认为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1813464"/>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center</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。表示以</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为中心发散颜色。默认为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569487"/>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robust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。如果为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且</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vmin</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或</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vmax</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不存在，那么则使用鲁棒分位数表示映射范围。默认为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562582"/>
                  </a:ext>
                </a:extLst>
              </a:tr>
            </a:tbl>
          </a:graphicData>
        </a:graphic>
      </p:graphicFrame>
    </p:spTree>
    <p:extLst>
      <p:ext uri="{BB962C8B-B14F-4D97-AF65-F5344CB8AC3E}">
        <p14:creationId xmlns:p14="http://schemas.microsoft.com/office/powerpoint/2010/main" val="394167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dirty="0"/>
              <a:t>heatmap</a:t>
            </a:r>
            <a:r>
              <a:rPr lang="zh-CN" altLang="en-US" dirty="0"/>
              <a:t>函数的主要参数及说明如下表（续表）。</a:t>
            </a:r>
            <a:endParaRPr lang="zh-CN" altLang="zh-CN" dirty="0"/>
          </a:p>
          <a:p>
            <a:pPr>
              <a:buClr>
                <a:srgbClr val="000066"/>
              </a:buClr>
            </a:pP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graphicFrame>
        <p:nvGraphicFramePr>
          <p:cNvPr id="5" name="表格 9">
            <a:extLst>
              <a:ext uri="{FF2B5EF4-FFF2-40B4-BE49-F238E27FC236}">
                <a16:creationId xmlns:a16="http://schemas.microsoft.com/office/drawing/2014/main" id="{6CEEB29F-053E-45A6-AC2B-3322BD9BF2F5}"/>
              </a:ext>
            </a:extLst>
          </p:cNvPr>
          <p:cNvGraphicFramePr>
            <a:graphicFrameLocks noGrp="1"/>
          </p:cNvGraphicFramePr>
          <p:nvPr>
            <p:extLst>
              <p:ext uri="{D42A27DB-BD31-4B8C-83A1-F6EECF244321}">
                <p14:modId xmlns:p14="http://schemas.microsoft.com/office/powerpoint/2010/main" val="1037856521"/>
              </p:ext>
            </p:extLst>
          </p:nvPr>
        </p:nvGraphicFramePr>
        <p:xfrm>
          <a:off x="2018864" y="1999835"/>
          <a:ext cx="8390340" cy="2592000"/>
        </p:xfrm>
        <a:graphic>
          <a:graphicData uri="http://schemas.openxmlformats.org/drawingml/2006/table">
            <a:tbl>
              <a:tblPr firstRow="1" bandRow="1">
                <a:tableStyleId>{5C22544A-7EE6-4342-B048-85BDC9FD1C3A}</a:tableStyleId>
              </a:tblPr>
              <a:tblGrid>
                <a:gridCol w="1146810">
                  <a:extLst>
                    <a:ext uri="{9D8B030D-6E8A-4147-A177-3AD203B41FA5}">
                      <a16:colId xmlns:a16="http://schemas.microsoft.com/office/drawing/2014/main" val="2486219610"/>
                    </a:ext>
                  </a:extLst>
                </a:gridCol>
                <a:gridCol w="7243530">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annot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或矩形数据集。表示是否在每个单元格显示数值。默认为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85982808"/>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fmt</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。表示传递给</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FacetGrid</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的其他参数。默认为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.2g</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704582905"/>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linewidths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。表示划分每个单元的线宽。默认为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22334991"/>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linecolor</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。表示划分每个单元的线条颜色。默认为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white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712608177"/>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square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。表示是否使每个单元格为方形。默认为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45182538"/>
                  </a:ext>
                </a:extLst>
              </a:tr>
            </a:tbl>
          </a:graphicData>
        </a:graphic>
      </p:graphicFrame>
    </p:spTree>
    <p:extLst>
      <p:ext uri="{BB962C8B-B14F-4D97-AF65-F5344CB8AC3E}">
        <p14:creationId xmlns:p14="http://schemas.microsoft.com/office/powerpoint/2010/main" val="113133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sp>
        <p:nvSpPr>
          <p:cNvPr id="7" name="文本框 6">
            <a:extLst>
              <a:ext uri="{FF2B5EF4-FFF2-40B4-BE49-F238E27FC236}">
                <a16:creationId xmlns:a16="http://schemas.microsoft.com/office/drawing/2014/main" id="{C027C753-2226-32FB-DBC5-19C4977C2BEB}"/>
              </a:ext>
            </a:extLst>
          </p:cNvPr>
          <p:cNvSpPr txBox="1"/>
          <p:nvPr/>
        </p:nvSpPr>
        <p:spPr>
          <a:xfrm>
            <a:off x="3048918" y="1308096"/>
            <a:ext cx="6097836" cy="4247317"/>
          </a:xfrm>
          <a:prstGeom prst="rect">
            <a:avLst/>
          </a:prstGeom>
          <a:noFill/>
        </p:spPr>
        <p:txBody>
          <a:bodyPr wrap="square">
            <a:spAutoFit/>
          </a:bodyPr>
          <a:lstStyle/>
          <a:p>
            <a:r>
              <a:rPr lang="zh-CN" altLang="en-US" dirty="0"/>
              <a:t># </a:t>
            </a:r>
          </a:p>
          <a:p>
            <a:r>
              <a:rPr lang="zh-CN" altLang="en-US" dirty="0"/>
              <a:t>boston = pd.read_csv</a:t>
            </a:r>
            <a:r>
              <a:rPr lang="zh-CN" altLang="en-US" dirty="0" smtClean="0"/>
              <a:t>('./</a:t>
            </a:r>
            <a:r>
              <a:rPr lang="zh-CN" altLang="en-US" dirty="0"/>
              <a:t>data/boston_house_prices.csv', encoding='gbk')</a:t>
            </a:r>
          </a:p>
          <a:p>
            <a:r>
              <a:rPr lang="zh-CN" altLang="en-US" dirty="0"/>
              <a:t>plt.rcParams['axes.unicode_minus'] = False</a:t>
            </a:r>
          </a:p>
          <a:p>
            <a:r>
              <a:rPr lang="zh-CN" altLang="en-US" dirty="0"/>
              <a:t>corr = boston.corr()  # 特征的相关系数矩阵</a:t>
            </a:r>
          </a:p>
          <a:p>
            <a:r>
              <a:rPr lang="zh-CN" altLang="en-US" dirty="0"/>
              <a:t>sns.heatmap(corr)</a:t>
            </a:r>
          </a:p>
          <a:p>
            <a:r>
              <a:rPr lang="zh-CN" altLang="en-US" dirty="0"/>
              <a:t>plt.title('特征矩阵热力图')</a:t>
            </a:r>
          </a:p>
          <a:p>
            <a:r>
              <a:rPr lang="zh-CN" altLang="en-US" dirty="0"/>
              <a:t>plt.show()</a:t>
            </a:r>
          </a:p>
          <a:p>
            <a:endParaRPr lang="zh-CN" altLang="en-US" dirty="0"/>
          </a:p>
          <a:p>
            <a:endParaRPr lang="zh-CN" altLang="en-US" dirty="0"/>
          </a:p>
          <a:p>
            <a:r>
              <a:rPr lang="zh-CN" altLang="en-US" dirty="0"/>
              <a:t># </a:t>
            </a:r>
          </a:p>
          <a:p>
            <a:r>
              <a:rPr lang="zh-CN" altLang="en-US" dirty="0"/>
              <a:t>plt.figure(figsize=(10, 10))</a:t>
            </a:r>
          </a:p>
          <a:p>
            <a:r>
              <a:rPr lang="zh-CN" altLang="en-US" dirty="0"/>
              <a:t>sns.heatmap(corr, annot=True, fmt='.2f')</a:t>
            </a:r>
          </a:p>
          <a:p>
            <a:r>
              <a:rPr lang="zh-CN" altLang="en-US" dirty="0"/>
              <a:t>plt.title('特征矩阵热力图')</a:t>
            </a:r>
          </a:p>
          <a:p>
            <a:r>
              <a:rPr lang="zh-CN" altLang="en-US" dirty="0"/>
              <a:t>plt.show()</a:t>
            </a:r>
          </a:p>
        </p:txBody>
      </p:sp>
    </p:spTree>
    <p:extLst>
      <p:ext uri="{BB962C8B-B14F-4D97-AF65-F5344CB8AC3E}">
        <p14:creationId xmlns:p14="http://schemas.microsoft.com/office/powerpoint/2010/main" val="1537841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en-US" altLang="zh-CN" sz="2000" b="1" dirty="0"/>
              <a:t>2. </a:t>
            </a:r>
            <a:r>
              <a:rPr lang="zh-CN" altLang="en-US" sz="2000" b="1" dirty="0"/>
              <a:t>绘制分类散点图</a:t>
            </a:r>
            <a:endParaRPr lang="en-US" altLang="zh-CN" sz="2000" b="1" dirty="0"/>
          </a:p>
          <a:p>
            <a:pPr marL="0" indent="0">
              <a:buClr>
                <a:srgbClr val="000066"/>
              </a:buClr>
              <a:buNone/>
            </a:pPr>
            <a:r>
              <a:rPr lang="zh-CN" altLang="en-US" sz="2000" b="1" dirty="0"/>
              <a:t>（</a:t>
            </a:r>
            <a:r>
              <a:rPr lang="en-US" altLang="zh-CN" sz="2000" b="1" dirty="0"/>
              <a:t>1</a:t>
            </a:r>
            <a:r>
              <a:rPr lang="zh-CN" altLang="en-US" sz="2000" b="1" dirty="0"/>
              <a:t>） </a:t>
            </a:r>
            <a:r>
              <a:rPr lang="en-US" altLang="zh-CN" sz="2000" b="1" dirty="0" err="1"/>
              <a:t>stripplot</a:t>
            </a:r>
            <a:r>
              <a:rPr lang="zh-CN" altLang="en-US" sz="2000" b="1" dirty="0"/>
              <a:t>函数</a:t>
            </a:r>
            <a:endParaRPr lang="en-US" altLang="zh-CN" sz="2000" b="1" dirty="0"/>
          </a:p>
          <a:p>
            <a:pPr>
              <a:buClr>
                <a:srgbClr val="000066"/>
              </a:buCl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分类散点图（</a:t>
            </a:r>
            <a:r>
              <a:rPr lang="en-US" altLang="zh-CN" sz="1800" dirty="0">
                <a:effectLst/>
                <a:latin typeface="Times New Roman" panose="02020603050405020304" pitchFamily="18" charset="0"/>
                <a:ea typeface="宋体" panose="02010600030101010101" pitchFamily="2" charset="-122"/>
              </a:rPr>
              <a:t>Categorical Scatterplot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rPr>
              <a:t>x</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a:effectLst/>
                <a:latin typeface="Times New Roman" panose="02020603050405020304" pitchFamily="18" charset="0"/>
                <a:ea typeface="宋体" panose="02010600030101010101" pitchFamily="2" charset="-122"/>
              </a:rPr>
              <a:t>y</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某一维表示分类，另一维为每一类中分布的数值，分类散点图可以用于表示各类别的分布情况。</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1800" dirty="0" err="1">
                <a:effectLst/>
                <a:latin typeface="Times New Roman" panose="02020603050405020304" pitchFamily="18" charset="0"/>
                <a:ea typeface="宋体" panose="02010600030101010101" pitchFamily="2" charset="-122"/>
              </a:rPr>
              <a:t>stripplot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函数绘制分布散点图，是显示分类变量级别中某些定量变量的值的一种简单方法。</a:t>
            </a:r>
            <a:endParaRPr lang="en-US" altLang="zh-CN" dirty="0"/>
          </a:p>
          <a:p>
            <a:pPr>
              <a:buClr>
                <a:srgbClr val="000066"/>
              </a:buClr>
            </a:pPr>
            <a:r>
              <a:rPr lang="en-US" altLang="zh-CN" sz="1800" dirty="0" err="1">
                <a:effectLst/>
                <a:latin typeface="Times New Roman" panose="02020603050405020304" pitchFamily="18" charset="0"/>
                <a:ea typeface="宋体" panose="02010600030101010101" pitchFamily="2" charset="-122"/>
              </a:rPr>
              <a:t>stripplot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函数的基本使用格式如下</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TextBox 5">
            <a:extLst>
              <a:ext uri="{FF2B5EF4-FFF2-40B4-BE49-F238E27FC236}">
                <a16:creationId xmlns:a16="http://schemas.microsoft.com/office/drawing/2014/main" id="{B0DCBDA3-6969-451C-B441-36EC68ABB46D}"/>
              </a:ext>
            </a:extLst>
          </p:cNvPr>
          <p:cNvSpPr txBox="1">
            <a:spLocks noChangeArrowheads="1"/>
          </p:cNvSpPr>
          <p:nvPr/>
        </p:nvSpPr>
        <p:spPr bwMode="auto">
          <a:xfrm>
            <a:off x="1208881" y="4166113"/>
            <a:ext cx="97742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seaborn.stripplot</a:t>
            </a:r>
            <a:r>
              <a:rPr kumimoji="0" lang="en-US" altLang="zh-CN" sz="2200" i="1" dirty="0">
                <a:latin typeface="Times New Roman" panose="02020603050405020304" pitchFamily="18" charset="0"/>
                <a:cs typeface="Times New Roman" panose="02020603050405020304" pitchFamily="18" charset="0"/>
              </a:rPr>
              <a:t>(x=None, y=None, hue=None, data=None, order=None, </a:t>
            </a:r>
            <a:r>
              <a:rPr kumimoji="0" lang="en-US" altLang="zh-CN" sz="2200" i="1" dirty="0" err="1">
                <a:latin typeface="Times New Roman" panose="02020603050405020304" pitchFamily="18" charset="0"/>
                <a:cs typeface="Times New Roman" panose="02020603050405020304" pitchFamily="18" charset="0"/>
              </a:rPr>
              <a:t>hue_order</a:t>
            </a:r>
            <a:r>
              <a:rPr kumimoji="0" lang="en-US" altLang="zh-CN" sz="2200" i="1" dirty="0">
                <a:latin typeface="Times New Roman" panose="02020603050405020304" pitchFamily="18" charset="0"/>
                <a:cs typeface="Times New Roman" panose="02020603050405020304" pitchFamily="18" charset="0"/>
              </a:rPr>
              <a:t>=None, jitter=True, dodge=False, orient=None, color=None, palette=None, size=5, </a:t>
            </a:r>
            <a:r>
              <a:rPr kumimoji="0" lang="en-US" altLang="zh-CN" sz="2200" i="1" dirty="0" err="1">
                <a:latin typeface="Times New Roman" panose="02020603050405020304" pitchFamily="18" charset="0"/>
                <a:cs typeface="Times New Roman" panose="02020603050405020304" pitchFamily="18" charset="0"/>
              </a:rPr>
              <a:t>edgecolor</a:t>
            </a:r>
            <a:r>
              <a:rPr kumimoji="0" lang="en-US" altLang="zh-CN" sz="2200" i="1" dirty="0">
                <a:latin typeface="Times New Roman" panose="02020603050405020304" pitchFamily="18" charset="0"/>
                <a:cs typeface="Times New Roman" panose="02020603050405020304" pitchFamily="18" charset="0"/>
              </a:rPr>
              <a:t>='gray', linewidth=0, ax=None, **</a:t>
            </a:r>
            <a:r>
              <a:rPr kumimoji="0" lang="en-US" altLang="zh-CN" sz="2200" i="1" dirty="0" err="1">
                <a:latin typeface="Times New Roman" panose="02020603050405020304" pitchFamily="18" charset="0"/>
                <a:cs typeface="Times New Roman" panose="02020603050405020304" pitchFamily="18" charset="0"/>
              </a:rPr>
              <a:t>kwargs</a:t>
            </a:r>
            <a:r>
              <a:rPr kumimoji="0" lang="en-US" altLang="zh-CN" sz="22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3456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heel(1)">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sz="1800" dirty="0" err="1">
                <a:effectLst/>
                <a:latin typeface="Times New Roman" panose="02020603050405020304" pitchFamily="18" charset="0"/>
                <a:ea typeface="宋体" panose="02010600030101010101" pitchFamily="2" charset="-122"/>
              </a:rPr>
              <a:t>stripplot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函数的部分参数及说明如</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下表。</a:t>
            </a:r>
            <a:endParaRPr lang="en-US" altLang="zh-CN" sz="2000" b="1"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graphicFrame>
        <p:nvGraphicFramePr>
          <p:cNvPr id="5" name="表格 9">
            <a:extLst>
              <a:ext uri="{FF2B5EF4-FFF2-40B4-BE49-F238E27FC236}">
                <a16:creationId xmlns:a16="http://schemas.microsoft.com/office/drawing/2014/main" id="{22D0A3C0-50D0-482F-9B44-56A983B8FDD7}"/>
              </a:ext>
            </a:extLst>
          </p:cNvPr>
          <p:cNvGraphicFramePr>
            <a:graphicFrameLocks noGrp="1"/>
          </p:cNvGraphicFramePr>
          <p:nvPr>
            <p:extLst>
              <p:ext uri="{D42A27DB-BD31-4B8C-83A1-F6EECF244321}">
                <p14:modId xmlns:p14="http://schemas.microsoft.com/office/powerpoint/2010/main" val="1986001484"/>
              </p:ext>
            </p:extLst>
          </p:nvPr>
        </p:nvGraphicFramePr>
        <p:xfrm>
          <a:off x="694071" y="1940998"/>
          <a:ext cx="10785021" cy="3024000"/>
        </p:xfrm>
        <a:graphic>
          <a:graphicData uri="http://schemas.openxmlformats.org/drawingml/2006/table">
            <a:tbl>
              <a:tblPr firstRow="1" bandRow="1">
                <a:tableStyleId>{5C22544A-7EE6-4342-B048-85BDC9FD1C3A}</a:tableStyleId>
              </a:tblPr>
              <a:tblGrid>
                <a:gridCol w="1832610">
                  <a:extLst>
                    <a:ext uri="{9D8B030D-6E8A-4147-A177-3AD203B41FA5}">
                      <a16:colId xmlns:a16="http://schemas.microsoft.com/office/drawing/2014/main" val="2486219610"/>
                    </a:ext>
                  </a:extLst>
                </a:gridCol>
                <a:gridCol w="8952411">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hue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中变量名。表示选入的绘图变量，</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hue</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传入分类变量，以颜色分类。默认为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9043048"/>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array</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list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series</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。表示用于绘图的数据集。默认为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423965"/>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order</a:t>
                      </a:r>
                      <a:r>
                        <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hue_order</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list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。表示指定绘图分类级别。默认为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1813464"/>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jitter</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。表示添加均匀随机噪声（仅改变图形）优化图形显示。默认为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569487"/>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dodge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。表示当使用分类嵌套时是否沿着分类轴分离。默认为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562582"/>
                  </a:ext>
                </a:extLst>
              </a:tr>
              <a:tr h="432000">
                <a:tc>
                  <a:txBody>
                    <a:bodyPr/>
                    <a:lstStyle/>
                    <a:p>
                      <a:pPr marL="0" algn="l" defTabSz="967740" rtl="0" eaLnBrk="1" latinLnBrk="0" hangingPunct="1"/>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orient</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。表示图形的方向，可选</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85982808"/>
                  </a:ext>
                </a:extLst>
              </a:tr>
            </a:tbl>
          </a:graphicData>
        </a:graphic>
      </p:graphicFrame>
    </p:spTree>
    <p:extLst>
      <p:ext uri="{BB962C8B-B14F-4D97-AF65-F5344CB8AC3E}">
        <p14:creationId xmlns:p14="http://schemas.microsoft.com/office/powerpoint/2010/main" val="2380490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7" name="文本框 6">
            <a:extLst>
              <a:ext uri="{FF2B5EF4-FFF2-40B4-BE49-F238E27FC236}">
                <a16:creationId xmlns:a16="http://schemas.microsoft.com/office/drawing/2014/main" id="{7CDBB383-F3AC-1562-9DCD-63F3B572F94D}"/>
              </a:ext>
            </a:extLst>
          </p:cNvPr>
          <p:cNvSpPr txBox="1"/>
          <p:nvPr/>
        </p:nvSpPr>
        <p:spPr>
          <a:xfrm>
            <a:off x="254876" y="1590704"/>
            <a:ext cx="6097836" cy="2585323"/>
          </a:xfrm>
          <a:prstGeom prst="rect">
            <a:avLst/>
          </a:prstGeom>
          <a:noFill/>
        </p:spPr>
        <p:txBody>
          <a:bodyPr wrap="square">
            <a:spAutoFit/>
          </a:bodyPr>
          <a:lstStyle/>
          <a:p>
            <a:r>
              <a:rPr lang="zh-CN" altLang="en-US" dirty="0"/>
              <a:t># </a:t>
            </a:r>
          </a:p>
          <a:p>
            <a:r>
              <a:rPr lang="zh-CN" altLang="en-US" dirty="0"/>
              <a:t># 提取部门为销售部、离职为1的数据</a:t>
            </a:r>
          </a:p>
          <a:p>
            <a:r>
              <a:rPr lang="zh-CN" altLang="en-US" dirty="0"/>
              <a:t>sale = hr.iloc[(hr['部门'].values=='销售部') &amp; (hr['离职'].values==1), :]</a:t>
            </a:r>
          </a:p>
          <a:p>
            <a:r>
              <a:rPr lang="zh-CN" altLang="en-US" dirty="0"/>
              <a:t>sns.stripplot(x=sale['每月平均工作小时数（小时）'])</a:t>
            </a:r>
          </a:p>
          <a:p>
            <a:r>
              <a:rPr lang="zh-CN" altLang="en-US" dirty="0"/>
              <a:t>plt.title('简单水平分布散点图')</a:t>
            </a:r>
          </a:p>
          <a:p>
            <a:r>
              <a:rPr lang="zh-CN" altLang="en-US" dirty="0"/>
              <a:t>plt.show()</a:t>
            </a:r>
          </a:p>
          <a:p>
            <a:endParaRPr lang="zh-CN" altLang="en-US" dirty="0"/>
          </a:p>
          <a:p>
            <a:endParaRPr lang="zh-CN" altLang="en-US" dirty="0"/>
          </a:p>
        </p:txBody>
      </p:sp>
      <p:sp>
        <p:nvSpPr>
          <p:cNvPr id="2" name="矩形 1"/>
          <p:cNvSpPr/>
          <p:nvPr/>
        </p:nvSpPr>
        <p:spPr>
          <a:xfrm>
            <a:off x="6267450" y="1262093"/>
            <a:ext cx="6096000" cy="4524315"/>
          </a:xfrm>
          <a:prstGeom prst="rect">
            <a:avLst/>
          </a:prstGeom>
        </p:spPr>
        <p:txBody>
          <a:bodyPr>
            <a:spAutoFit/>
          </a:bodyPr>
          <a:lstStyle/>
          <a:p>
            <a:endParaRPr lang="zh-CN" altLang="en-US" dirty="0"/>
          </a:p>
          <a:p>
            <a:r>
              <a:rPr lang="zh-CN" altLang="en-US" dirty="0"/>
              <a:t># </a:t>
            </a:r>
          </a:p>
          <a:p>
            <a:r>
              <a:rPr lang="zh-CN" altLang="en-US" dirty="0"/>
              <a:t># 提取离职为1的数据</a:t>
            </a:r>
          </a:p>
          <a:p>
            <a:r>
              <a:rPr lang="zh-CN" altLang="en-US" dirty="0"/>
              <a:t>hr1 = hr.iloc[hr['离职'].values==1, :]</a:t>
            </a:r>
          </a:p>
          <a:p>
            <a:r>
              <a:rPr lang="zh-CN" altLang="en-US" dirty="0"/>
              <a:t>plt.figure(figsize=(10, 5))</a:t>
            </a:r>
          </a:p>
          <a:p>
            <a:r>
              <a:rPr lang="zh-CN" altLang="en-US" dirty="0"/>
              <a:t>plt.subplot(121)</a:t>
            </a:r>
          </a:p>
          <a:p>
            <a:r>
              <a:rPr lang="zh-CN" altLang="en-US" dirty="0"/>
              <a:t>plt.xticks(rotation=70)</a:t>
            </a:r>
          </a:p>
          <a:p>
            <a:r>
              <a:rPr lang="zh-CN" altLang="en-US" dirty="0"/>
              <a:t>sns.stripplot(x='部门', y='每月平均工作小时数（小时）', data=hr1)  # 默认添加随机噪声</a:t>
            </a:r>
          </a:p>
          <a:p>
            <a:r>
              <a:rPr lang="zh-CN" altLang="en-US" dirty="0"/>
              <a:t>plt.title('默认随机噪声抖动')</a:t>
            </a:r>
          </a:p>
          <a:p>
            <a:r>
              <a:rPr lang="zh-CN" altLang="en-US" dirty="0"/>
              <a:t>plt.subplot(122)</a:t>
            </a:r>
          </a:p>
          <a:p>
            <a:r>
              <a:rPr lang="zh-CN" altLang="en-US" dirty="0"/>
              <a:t>plt.xticks(rotation=70)</a:t>
            </a:r>
          </a:p>
          <a:p>
            <a:r>
              <a:rPr lang="zh-CN" altLang="en-US" dirty="0"/>
              <a:t>sns.stripplot(x='部门', y='每月平均工作小时数（小时）',</a:t>
            </a:r>
          </a:p>
          <a:p>
            <a:r>
              <a:rPr lang="zh-CN" altLang="en-US" dirty="0"/>
              <a:t>                 data=hr1, jitter=False)  # 不添加随机噪声</a:t>
            </a:r>
          </a:p>
          <a:p>
            <a:r>
              <a:rPr lang="zh-CN" altLang="en-US" dirty="0"/>
              <a:t>plt.title('无随机噪声抖动')</a:t>
            </a:r>
          </a:p>
          <a:p>
            <a:r>
              <a:rPr lang="zh-CN" altLang="en-US" dirty="0"/>
              <a:t>plt.show()</a:t>
            </a:r>
          </a:p>
        </p:txBody>
      </p:sp>
    </p:spTree>
    <p:extLst>
      <p:ext uri="{BB962C8B-B14F-4D97-AF65-F5344CB8AC3E}">
        <p14:creationId xmlns:p14="http://schemas.microsoft.com/office/powerpoint/2010/main" val="25441810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文本框 3">
            <a:extLst>
              <a:ext uri="{FF2B5EF4-FFF2-40B4-BE49-F238E27FC236}">
                <a16:creationId xmlns:a16="http://schemas.microsoft.com/office/drawing/2014/main" id="{E89D95F7-674B-339B-B496-8B6875FB585F}"/>
              </a:ext>
            </a:extLst>
          </p:cNvPr>
          <p:cNvSpPr txBox="1"/>
          <p:nvPr/>
        </p:nvSpPr>
        <p:spPr>
          <a:xfrm>
            <a:off x="6405620" y="887255"/>
            <a:ext cx="6097836" cy="4524315"/>
          </a:xfrm>
          <a:prstGeom prst="rect">
            <a:avLst/>
          </a:prstGeom>
          <a:noFill/>
        </p:spPr>
        <p:txBody>
          <a:bodyPr wrap="square">
            <a:spAutoFit/>
          </a:bodyPr>
          <a:lstStyle/>
          <a:p>
            <a:endParaRPr lang="zh-CN" altLang="en-US" dirty="0"/>
          </a:p>
          <a:p>
            <a:endParaRPr lang="zh-CN" altLang="en-US" dirty="0"/>
          </a:p>
          <a:p>
            <a:endParaRPr lang="zh-CN" altLang="en-US" dirty="0"/>
          </a:p>
          <a:p>
            <a:r>
              <a:rPr lang="zh-CN" altLang="en-US" dirty="0"/>
              <a:t># </a:t>
            </a:r>
          </a:p>
          <a:p>
            <a:r>
              <a:rPr lang="zh-CN" altLang="en-US" dirty="0"/>
              <a:t>plt.figure(figsize=(10, 13))</a:t>
            </a:r>
          </a:p>
          <a:p>
            <a:r>
              <a:rPr lang="zh-CN" altLang="en-US" dirty="0"/>
              <a:t>plt.subplot(211)</a:t>
            </a:r>
          </a:p>
          <a:p>
            <a:r>
              <a:rPr lang="zh-CN" altLang="en-US" dirty="0"/>
              <a:t>plt.xticks(rotation=70)</a:t>
            </a:r>
          </a:p>
          <a:p>
            <a:r>
              <a:rPr lang="zh-CN" altLang="en-US" dirty="0"/>
              <a:t>plt.title('不同部门的平均每月工作时长')</a:t>
            </a:r>
          </a:p>
          <a:p>
            <a:r>
              <a:rPr lang="zh-CN" altLang="en-US" dirty="0"/>
              <a:t>sns.stripplot(x='部门', y='每月平均工作小时数（小时）', hue='5年内升职', data=hr2)</a:t>
            </a:r>
          </a:p>
          <a:p>
            <a:r>
              <a:rPr lang="zh-CN" altLang="en-US" dirty="0"/>
              <a:t>plt.subplot(212)</a:t>
            </a:r>
          </a:p>
          <a:p>
            <a:r>
              <a:rPr lang="zh-CN" altLang="en-US" dirty="0"/>
              <a:t>plt.xticks(rotation=70)</a:t>
            </a:r>
          </a:p>
          <a:p>
            <a:r>
              <a:rPr lang="zh-CN" altLang="en-US" dirty="0"/>
              <a:t>sns.stripplot(x='部门', y='每月平均工作小时数（小时）', hue='5年内升职',</a:t>
            </a:r>
          </a:p>
          <a:p>
            <a:r>
              <a:rPr lang="zh-CN" altLang="en-US" dirty="0"/>
              <a:t>              data=hr2, dodge=True)</a:t>
            </a:r>
          </a:p>
          <a:p>
            <a:r>
              <a:rPr lang="zh-CN" altLang="en-US" dirty="0"/>
              <a:t>plt.show()</a:t>
            </a:r>
          </a:p>
        </p:txBody>
      </p:sp>
      <p:sp>
        <p:nvSpPr>
          <p:cNvPr id="5" name="矩形 4"/>
          <p:cNvSpPr/>
          <p:nvPr/>
        </p:nvSpPr>
        <p:spPr>
          <a:xfrm>
            <a:off x="254876" y="1851363"/>
            <a:ext cx="6096000" cy="2031325"/>
          </a:xfrm>
          <a:prstGeom prst="rect">
            <a:avLst/>
          </a:prstGeom>
        </p:spPr>
        <p:txBody>
          <a:bodyPr>
            <a:spAutoFit/>
          </a:bodyPr>
          <a:lstStyle/>
          <a:p>
            <a:r>
              <a:rPr lang="en-US" altLang="zh-CN"/>
              <a:t># </a:t>
            </a:r>
            <a:r>
              <a:rPr lang="zh-CN" altLang="en-US" dirty="0"/>
              <a:t>提取高薪在职的数据</a:t>
            </a:r>
          </a:p>
          <a:p>
            <a:r>
              <a:rPr lang="en-US" altLang="zh-CN" dirty="0"/>
              <a:t>hr2 = </a:t>
            </a:r>
            <a:r>
              <a:rPr lang="en-US" altLang="zh-CN" dirty="0" err="1"/>
              <a:t>hr.iloc</a:t>
            </a:r>
            <a:r>
              <a:rPr lang="en-US" altLang="zh-CN" dirty="0"/>
              <a:t>[(</a:t>
            </a:r>
            <a:r>
              <a:rPr lang="en-US" altLang="zh-CN" dirty="0" err="1"/>
              <a:t>hr</a:t>
            </a:r>
            <a:r>
              <a:rPr lang="en-US" altLang="zh-CN" dirty="0"/>
              <a:t>['</a:t>
            </a:r>
            <a:r>
              <a:rPr lang="zh-CN" altLang="en-US" dirty="0"/>
              <a:t>薪资</a:t>
            </a:r>
            <a:r>
              <a:rPr lang="en-US" altLang="zh-CN" dirty="0"/>
              <a:t>'].values=='</a:t>
            </a:r>
            <a:r>
              <a:rPr lang="zh-CN" altLang="en-US" dirty="0"/>
              <a:t>高</a:t>
            </a:r>
            <a:r>
              <a:rPr lang="en-US" altLang="zh-CN" dirty="0"/>
              <a:t>') &amp; (</a:t>
            </a:r>
            <a:r>
              <a:rPr lang="en-US" altLang="zh-CN" dirty="0" err="1"/>
              <a:t>hr</a:t>
            </a:r>
            <a:r>
              <a:rPr lang="en-US" altLang="zh-CN" dirty="0"/>
              <a:t>['</a:t>
            </a:r>
            <a:r>
              <a:rPr lang="zh-CN" altLang="en-US" dirty="0"/>
              <a:t>离职</a:t>
            </a:r>
            <a:r>
              <a:rPr lang="en-US" altLang="zh-CN" dirty="0"/>
              <a:t>'].values==0), :]</a:t>
            </a:r>
          </a:p>
          <a:p>
            <a:r>
              <a:rPr lang="en-US" altLang="zh-CN" dirty="0" err="1"/>
              <a:t>sns.stripplot</a:t>
            </a:r>
            <a:r>
              <a:rPr lang="en-US" altLang="zh-CN" dirty="0"/>
              <a:t>(x='5</a:t>
            </a:r>
            <a:r>
              <a:rPr lang="zh-CN" altLang="en-US" dirty="0"/>
              <a:t>年内升职</a:t>
            </a:r>
            <a:r>
              <a:rPr lang="en-US" altLang="zh-CN" dirty="0"/>
              <a:t>', y='</a:t>
            </a:r>
            <a:r>
              <a:rPr lang="zh-CN" altLang="en-US" dirty="0"/>
              <a:t>每月平均工作小时数（小时）</a:t>
            </a:r>
            <a:r>
              <a:rPr lang="en-US" altLang="zh-CN" dirty="0"/>
              <a:t>',</a:t>
            </a:r>
          </a:p>
          <a:p>
            <a:r>
              <a:rPr lang="en-US" altLang="zh-CN" dirty="0"/>
              <a:t>              hue='</a:t>
            </a:r>
            <a:r>
              <a:rPr lang="zh-CN" altLang="en-US" dirty="0"/>
              <a:t>部门</a:t>
            </a:r>
            <a:r>
              <a:rPr lang="en-US" altLang="zh-CN" dirty="0"/>
              <a:t>', data=hr2, jitter=True)</a:t>
            </a:r>
          </a:p>
          <a:p>
            <a:r>
              <a:rPr lang="en-US" altLang="zh-CN" dirty="0" err="1"/>
              <a:t>plt.title</a:t>
            </a:r>
            <a:r>
              <a:rPr lang="en-US" altLang="zh-CN" dirty="0"/>
              <a:t>('</a:t>
            </a:r>
            <a:r>
              <a:rPr lang="zh-CN" altLang="en-US" dirty="0"/>
              <a:t>前</a:t>
            </a:r>
            <a:r>
              <a:rPr lang="en-US" altLang="zh-CN" dirty="0"/>
              <a:t>5</a:t>
            </a:r>
            <a:r>
              <a:rPr lang="zh-CN" altLang="en-US" dirty="0"/>
              <a:t>年是否晋升与平均每月工作时长</a:t>
            </a:r>
            <a:r>
              <a:rPr lang="en-US" altLang="zh-CN" dirty="0"/>
              <a:t>')</a:t>
            </a:r>
          </a:p>
          <a:p>
            <a:r>
              <a:rPr lang="en-US" altLang="zh-CN" dirty="0" err="1"/>
              <a:t>plt.show</a:t>
            </a:r>
            <a:r>
              <a:rPr lang="en-US" altLang="zh-CN" dirty="0"/>
              <a:t>()</a:t>
            </a:r>
            <a:endParaRPr lang="zh-CN" altLang="en-US" dirty="0"/>
          </a:p>
        </p:txBody>
      </p:sp>
    </p:spTree>
    <p:extLst>
      <p:ext uri="{BB962C8B-B14F-4D97-AF65-F5344CB8AC3E}">
        <p14:creationId xmlns:p14="http://schemas.microsoft.com/office/powerpoint/2010/main" val="12960385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zh-CN" altLang="en-US" sz="2000" b="1" dirty="0"/>
              <a:t>（</a:t>
            </a:r>
            <a:r>
              <a:rPr lang="en-US" altLang="zh-CN" sz="2000" b="1" dirty="0"/>
              <a:t>2</a:t>
            </a:r>
            <a:r>
              <a:rPr lang="zh-CN" altLang="en-US" sz="2000" b="1" dirty="0"/>
              <a:t>） </a:t>
            </a:r>
            <a:r>
              <a:rPr lang="en-US" altLang="zh-CN" sz="2000" b="1" dirty="0" err="1"/>
              <a:t>swarmplot</a:t>
            </a:r>
            <a:r>
              <a:rPr lang="zh-CN" altLang="en-US" sz="2000" b="1" dirty="0"/>
              <a:t>函数</a:t>
            </a:r>
            <a:endParaRPr lang="en-US" altLang="zh-CN" sz="2000" b="1" dirty="0"/>
          </a:p>
          <a:p>
            <a:pPr>
              <a:buClr>
                <a:srgbClr val="000066"/>
              </a:buClr>
            </a:pPr>
            <a:r>
              <a:rPr lang="en-US" altLang="zh-CN" sz="1800" dirty="0" err="1">
                <a:effectLst/>
                <a:latin typeface="Times New Roman" panose="02020603050405020304" pitchFamily="18" charset="0"/>
                <a:ea typeface="宋体" panose="02010600030101010101" pitchFamily="2" charset="-122"/>
              </a:rPr>
              <a:t>stripplot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函数添加随机噪声增加图形抖动以及将变量沿着分类轴绘制后，仍然有重叠的可能。</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r>
              <a:rPr lang="en-US" altLang="zh-CN" dirty="0" err="1"/>
              <a:t>swarmplot</a:t>
            </a:r>
            <a:r>
              <a:rPr lang="zh-CN" altLang="en-US" dirty="0"/>
              <a:t>函数的基本使用格式如下。</a:t>
            </a:r>
            <a:endParaRPr lang="en-US" altLang="zh-CN" dirty="0"/>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4" name="TextBox 5">
            <a:extLst>
              <a:ext uri="{FF2B5EF4-FFF2-40B4-BE49-F238E27FC236}">
                <a16:creationId xmlns:a16="http://schemas.microsoft.com/office/drawing/2014/main" id="{7BBE2DC6-1D80-4780-AC2A-1619C12E20A4}"/>
              </a:ext>
            </a:extLst>
          </p:cNvPr>
          <p:cNvSpPr txBox="1">
            <a:spLocks noChangeArrowheads="1"/>
          </p:cNvSpPr>
          <p:nvPr/>
        </p:nvSpPr>
        <p:spPr bwMode="auto">
          <a:xfrm>
            <a:off x="1453440" y="3076539"/>
            <a:ext cx="97742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seaborn.swarmplot</a:t>
            </a:r>
            <a:r>
              <a:rPr kumimoji="0" lang="en-US" altLang="zh-CN" sz="2200" i="1" dirty="0">
                <a:latin typeface="Times New Roman" panose="02020603050405020304" pitchFamily="18" charset="0"/>
                <a:cs typeface="Times New Roman" panose="02020603050405020304" pitchFamily="18" charset="0"/>
              </a:rPr>
              <a:t>(x=None, y=None, hue=None, data=None, order=None, </a:t>
            </a:r>
            <a:r>
              <a:rPr kumimoji="0" lang="en-US" altLang="zh-CN" sz="2200" i="1" dirty="0" err="1">
                <a:latin typeface="Times New Roman" panose="02020603050405020304" pitchFamily="18" charset="0"/>
                <a:cs typeface="Times New Roman" panose="02020603050405020304" pitchFamily="18" charset="0"/>
              </a:rPr>
              <a:t>hue_order</a:t>
            </a:r>
            <a:r>
              <a:rPr kumimoji="0" lang="en-US" altLang="zh-CN" sz="2200" i="1" dirty="0">
                <a:latin typeface="Times New Roman" panose="02020603050405020304" pitchFamily="18" charset="0"/>
                <a:cs typeface="Times New Roman" panose="02020603050405020304" pitchFamily="18" charset="0"/>
              </a:rPr>
              <a:t>=None, dodge=False, orient=None, color=None, palette=None, size=5, </a:t>
            </a:r>
            <a:r>
              <a:rPr kumimoji="0" lang="en-US" altLang="zh-CN" sz="2200" i="1" dirty="0" err="1">
                <a:latin typeface="Times New Roman" panose="02020603050405020304" pitchFamily="18" charset="0"/>
                <a:cs typeface="Times New Roman" panose="02020603050405020304" pitchFamily="18" charset="0"/>
              </a:rPr>
              <a:t>edgecolor</a:t>
            </a:r>
            <a:r>
              <a:rPr kumimoji="0" lang="en-US" altLang="zh-CN" sz="2200" i="1" dirty="0">
                <a:latin typeface="Times New Roman" panose="02020603050405020304" pitchFamily="18" charset="0"/>
                <a:cs typeface="Times New Roman" panose="02020603050405020304" pitchFamily="18" charset="0"/>
              </a:rPr>
              <a:t>='gray', linewidth=0, ax=None, **</a:t>
            </a:r>
            <a:r>
              <a:rPr kumimoji="0" lang="en-US" altLang="zh-CN" sz="2200" i="1" dirty="0" err="1">
                <a:latin typeface="Times New Roman" panose="02020603050405020304" pitchFamily="18" charset="0"/>
                <a:cs typeface="Times New Roman" panose="02020603050405020304" pitchFamily="18" charset="0"/>
              </a:rPr>
              <a:t>kwargs</a:t>
            </a:r>
            <a:r>
              <a:rPr kumimoji="0" lang="en-US" altLang="zh-CN" sz="2200" i="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6647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熟悉</a:t>
            </a:r>
            <a:r>
              <a:rPr lang="en-US" altLang="zh-CN" dirty="0"/>
              <a:t>seaborn</a:t>
            </a:r>
            <a:r>
              <a:rPr lang="zh-CN" altLang="en-US" dirty="0"/>
              <a:t>绘图基础</a:t>
            </a:r>
          </a:p>
        </p:txBody>
      </p:sp>
      <p:sp>
        <p:nvSpPr>
          <p:cNvPr id="7" name="文本框 6">
            <a:extLst>
              <a:ext uri="{FF2B5EF4-FFF2-40B4-BE49-F238E27FC236}">
                <a16:creationId xmlns:a16="http://schemas.microsoft.com/office/drawing/2014/main" id="{CDA7E16B-DE8A-88C1-4795-CE8AC5C267E3}"/>
              </a:ext>
            </a:extLst>
          </p:cNvPr>
          <p:cNvSpPr txBox="1"/>
          <p:nvPr/>
        </p:nvSpPr>
        <p:spPr>
          <a:xfrm>
            <a:off x="439068" y="1301399"/>
            <a:ext cx="6097836" cy="2862322"/>
          </a:xfrm>
          <a:prstGeom prst="rect">
            <a:avLst/>
          </a:prstGeom>
          <a:noFill/>
        </p:spPr>
        <p:txBody>
          <a:bodyPr wrap="square">
            <a:spAutoFit/>
          </a:bodyPr>
          <a:lstStyle/>
          <a:p>
            <a:endParaRPr lang="zh-CN" altLang="en-US" dirty="0"/>
          </a:p>
          <a:p>
            <a:endParaRPr lang="zh-CN" altLang="en-US" dirty="0"/>
          </a:p>
          <a:p>
            <a:endParaRPr lang="zh-CN" altLang="en-US" dirty="0"/>
          </a:p>
          <a:p>
            <a:endParaRPr lang="zh-CN" altLang="en-US" dirty="0"/>
          </a:p>
          <a:p>
            <a:r>
              <a:rPr lang="zh-CN" altLang="en-US" dirty="0"/>
              <a:t># </a:t>
            </a:r>
          </a:p>
          <a:p>
            <a:r>
              <a:rPr lang="zh-CN" altLang="en-US" dirty="0"/>
              <a:t>sns.swarmplot(x='部门', y='每月平均工作小时数（小时）',</a:t>
            </a:r>
          </a:p>
          <a:p>
            <a:r>
              <a:rPr lang="zh-CN" altLang="en-US" dirty="0"/>
              <a:t>                 hue='5年内升职', data=hr2)</a:t>
            </a:r>
          </a:p>
          <a:p>
            <a:r>
              <a:rPr lang="zh-CN" altLang="en-US" dirty="0"/>
              <a:t>plt.xticks(rotation=30)</a:t>
            </a:r>
          </a:p>
          <a:p>
            <a:r>
              <a:rPr lang="zh-CN" altLang="en-US" dirty="0"/>
              <a:t>plt.title('不同部门的平均每月工作时长')</a:t>
            </a:r>
          </a:p>
          <a:p>
            <a:r>
              <a:rPr lang="zh-CN" altLang="en-US" dirty="0"/>
              <a:t>plt.show()</a:t>
            </a:r>
          </a:p>
        </p:txBody>
      </p:sp>
      <p:sp>
        <p:nvSpPr>
          <p:cNvPr id="2" name="矩形 1"/>
          <p:cNvSpPr/>
          <p:nvPr/>
        </p:nvSpPr>
        <p:spPr>
          <a:xfrm>
            <a:off x="6315075" y="2409395"/>
            <a:ext cx="6096000" cy="1754326"/>
          </a:xfrm>
          <a:prstGeom prst="rect">
            <a:avLst/>
          </a:prstGeom>
        </p:spPr>
        <p:txBody>
          <a:bodyPr>
            <a:spAutoFit/>
          </a:bodyPr>
          <a:lstStyle/>
          <a:p>
            <a:r>
              <a:rPr lang="zh-CN" altLang="en-US" dirty="0"/>
              <a:t># </a:t>
            </a:r>
          </a:p>
          <a:p>
            <a:r>
              <a:rPr lang="zh-CN" altLang="en-US" dirty="0"/>
              <a:t>sns.swarmplot(x='部门', y='每月平均工作小时数（小时）', data=hr2)</a:t>
            </a:r>
          </a:p>
          <a:p>
            <a:r>
              <a:rPr lang="zh-CN" altLang="en-US" dirty="0"/>
              <a:t>plt.xticks(rotation=70)</a:t>
            </a:r>
          </a:p>
          <a:p>
            <a:r>
              <a:rPr lang="zh-CN" altLang="en-US" dirty="0"/>
              <a:t>plt.title('不同部门的平均每月工作时长')</a:t>
            </a:r>
          </a:p>
          <a:p>
            <a:r>
              <a:rPr lang="zh-CN" altLang="en-US" dirty="0"/>
              <a:t>plt.show()</a:t>
            </a:r>
          </a:p>
        </p:txBody>
      </p:sp>
    </p:spTree>
    <p:extLst>
      <p:ext uri="{BB962C8B-B14F-4D97-AF65-F5344CB8AC3E}">
        <p14:creationId xmlns:p14="http://schemas.microsoft.com/office/powerpoint/2010/main" val="1450469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0">
              <a:buClr>
                <a:srgbClr val="000066"/>
              </a:buClr>
              <a:buNone/>
            </a:pPr>
            <a:r>
              <a:rPr lang="en-US" altLang="zh-CN" sz="2000" b="1" dirty="0"/>
              <a:t>3. </a:t>
            </a:r>
            <a:r>
              <a:rPr lang="zh-CN" altLang="en-US" sz="2000" b="1" dirty="0"/>
              <a:t>绘制线性回归拟合图</a:t>
            </a:r>
            <a:endParaRPr lang="en-US" altLang="zh-CN" sz="2000" b="1" dirty="0"/>
          </a:p>
          <a:p>
            <a:pPr>
              <a:buClr>
                <a:srgbClr val="000066"/>
              </a:buClr>
            </a:pPr>
            <a:r>
              <a:rPr lang="zh-CN" altLang="en-US" dirty="0"/>
              <a:t>线性回归拟合图（</a:t>
            </a:r>
            <a:r>
              <a:rPr lang="en-US" altLang="zh-CN" dirty="0"/>
              <a:t>Linear Fit Chart</a:t>
            </a:r>
            <a:r>
              <a:rPr lang="zh-CN" altLang="en-US" dirty="0"/>
              <a:t>）可以对一定数值关系的两个一维数据进行数值展示并找出一条最佳的拟合直线，通过回归确定两变量之间的线性关系，观察其关联性。</a:t>
            </a:r>
            <a:endParaRPr lang="en-US" altLang="zh-CN" dirty="0"/>
          </a:p>
          <a:p>
            <a:pPr>
              <a:buClr>
                <a:srgbClr val="000066"/>
              </a:buCl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sea</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born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库中，可以使用</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regplot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函数绘制线性回归拟合图。</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regplot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函数的基本使用格式如下。</a:t>
            </a:r>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sp>
        <p:nvSpPr>
          <p:cNvPr id="4" name="TextBox 5">
            <a:extLst>
              <a:ext uri="{FF2B5EF4-FFF2-40B4-BE49-F238E27FC236}">
                <a16:creationId xmlns:a16="http://schemas.microsoft.com/office/drawing/2014/main" id="{411D09BA-C617-48A4-BE7B-4789BE8AF109}"/>
              </a:ext>
            </a:extLst>
          </p:cNvPr>
          <p:cNvSpPr txBox="1">
            <a:spLocks noChangeArrowheads="1"/>
          </p:cNvSpPr>
          <p:nvPr/>
        </p:nvSpPr>
        <p:spPr bwMode="auto">
          <a:xfrm>
            <a:off x="1208881" y="3291606"/>
            <a:ext cx="9774237"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err="1">
                <a:latin typeface="Times New Roman" panose="02020603050405020304" pitchFamily="18" charset="0"/>
                <a:cs typeface="Times New Roman" panose="02020603050405020304" pitchFamily="18" charset="0"/>
              </a:rPr>
              <a:t>seaborn.regplot</a:t>
            </a:r>
            <a:r>
              <a:rPr kumimoji="0" lang="en-US" altLang="zh-CN" sz="2200" i="1" dirty="0">
                <a:latin typeface="Times New Roman" panose="02020603050405020304" pitchFamily="18" charset="0"/>
                <a:cs typeface="Times New Roman" panose="02020603050405020304" pitchFamily="18" charset="0"/>
              </a:rPr>
              <a:t>(*, x=None, y=None, data=None, </a:t>
            </a:r>
            <a:r>
              <a:rPr kumimoji="0" lang="en-US" altLang="zh-CN" sz="2200" i="1" dirty="0" err="1">
                <a:latin typeface="Times New Roman" panose="02020603050405020304" pitchFamily="18" charset="0"/>
                <a:cs typeface="Times New Roman" panose="02020603050405020304" pitchFamily="18" charset="0"/>
              </a:rPr>
              <a:t>x_estimator</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x_bins</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x_ci</a:t>
            </a:r>
            <a:r>
              <a:rPr kumimoji="0" lang="en-US" altLang="zh-CN" sz="2200" i="1" dirty="0">
                <a:latin typeface="Times New Roman" panose="02020603050405020304" pitchFamily="18" charset="0"/>
                <a:cs typeface="Times New Roman" panose="02020603050405020304" pitchFamily="18" charset="0"/>
              </a:rPr>
              <a:t>='ci', scatter=True, </a:t>
            </a:r>
            <a:r>
              <a:rPr kumimoji="0" lang="en-US" altLang="zh-CN" sz="2200" i="1" dirty="0" err="1">
                <a:latin typeface="Times New Roman" panose="02020603050405020304" pitchFamily="18" charset="0"/>
                <a:cs typeface="Times New Roman" panose="02020603050405020304" pitchFamily="18" charset="0"/>
              </a:rPr>
              <a:t>fit_reg</a:t>
            </a:r>
            <a:r>
              <a:rPr kumimoji="0" lang="en-US" altLang="zh-CN" sz="2200" i="1" dirty="0">
                <a:latin typeface="Times New Roman" panose="02020603050405020304" pitchFamily="18" charset="0"/>
                <a:cs typeface="Times New Roman" panose="02020603050405020304" pitchFamily="18" charset="0"/>
              </a:rPr>
              <a:t>=True, ci=95, </a:t>
            </a:r>
            <a:r>
              <a:rPr kumimoji="0" lang="en-US" altLang="zh-CN" sz="2200" i="1" dirty="0" err="1">
                <a:latin typeface="Times New Roman" panose="02020603050405020304" pitchFamily="18" charset="0"/>
                <a:cs typeface="Times New Roman" panose="02020603050405020304" pitchFamily="18" charset="0"/>
              </a:rPr>
              <a:t>n_boot</a:t>
            </a:r>
            <a:r>
              <a:rPr kumimoji="0" lang="en-US" altLang="zh-CN" sz="2200" i="1" dirty="0">
                <a:latin typeface="Times New Roman" panose="02020603050405020304" pitchFamily="18" charset="0"/>
                <a:cs typeface="Times New Roman" panose="02020603050405020304" pitchFamily="18" charset="0"/>
              </a:rPr>
              <a:t>=1000, units=None, seed=None, order=1, logistic=False, </a:t>
            </a:r>
            <a:r>
              <a:rPr kumimoji="0" lang="en-US" altLang="zh-CN" sz="2200" i="1" dirty="0" err="1">
                <a:latin typeface="Times New Roman" panose="02020603050405020304" pitchFamily="18" charset="0"/>
                <a:cs typeface="Times New Roman" panose="02020603050405020304" pitchFamily="18" charset="0"/>
              </a:rPr>
              <a:t>lowess</a:t>
            </a:r>
            <a:r>
              <a:rPr kumimoji="0" lang="en-US" altLang="zh-CN" sz="2200" i="1" dirty="0">
                <a:latin typeface="Times New Roman" panose="02020603050405020304" pitchFamily="18" charset="0"/>
                <a:cs typeface="Times New Roman" panose="02020603050405020304" pitchFamily="18" charset="0"/>
              </a:rPr>
              <a:t>=False, robust=False, </a:t>
            </a:r>
            <a:r>
              <a:rPr kumimoji="0" lang="en-US" altLang="zh-CN" sz="2200" i="1" dirty="0" err="1">
                <a:latin typeface="Times New Roman" panose="02020603050405020304" pitchFamily="18" charset="0"/>
                <a:cs typeface="Times New Roman" panose="02020603050405020304" pitchFamily="18" charset="0"/>
              </a:rPr>
              <a:t>logx</a:t>
            </a:r>
            <a:r>
              <a:rPr kumimoji="0" lang="en-US" altLang="zh-CN" sz="2200" i="1" dirty="0">
                <a:latin typeface="Times New Roman" panose="02020603050405020304" pitchFamily="18" charset="0"/>
                <a:cs typeface="Times New Roman" panose="02020603050405020304" pitchFamily="18" charset="0"/>
              </a:rPr>
              <a:t>=False, </a:t>
            </a:r>
            <a:r>
              <a:rPr kumimoji="0" lang="en-US" altLang="zh-CN" sz="2200" i="1" dirty="0" err="1">
                <a:latin typeface="Times New Roman" panose="02020603050405020304" pitchFamily="18" charset="0"/>
                <a:cs typeface="Times New Roman" panose="02020603050405020304" pitchFamily="18" charset="0"/>
              </a:rPr>
              <a:t>x_partial</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y_partial</a:t>
            </a:r>
            <a:r>
              <a:rPr kumimoji="0" lang="en-US" altLang="zh-CN" sz="2200" i="1" dirty="0">
                <a:latin typeface="Times New Roman" panose="02020603050405020304" pitchFamily="18" charset="0"/>
                <a:cs typeface="Times New Roman" panose="02020603050405020304" pitchFamily="18" charset="0"/>
              </a:rPr>
              <a:t>=None, truncate=True, </a:t>
            </a:r>
            <a:r>
              <a:rPr kumimoji="0" lang="en-US" altLang="zh-CN" sz="2200" i="1" dirty="0" err="1">
                <a:latin typeface="Times New Roman" panose="02020603050405020304" pitchFamily="18" charset="0"/>
                <a:cs typeface="Times New Roman" panose="02020603050405020304" pitchFamily="18" charset="0"/>
              </a:rPr>
              <a:t>dropna</a:t>
            </a:r>
            <a:r>
              <a:rPr kumimoji="0" lang="en-US" altLang="zh-CN" sz="2200" i="1" dirty="0">
                <a:latin typeface="Times New Roman" panose="02020603050405020304" pitchFamily="18" charset="0"/>
                <a:cs typeface="Times New Roman" panose="02020603050405020304" pitchFamily="18" charset="0"/>
              </a:rPr>
              <a:t>=True, </a:t>
            </a:r>
            <a:r>
              <a:rPr kumimoji="0" lang="en-US" altLang="zh-CN" sz="2200" i="1" dirty="0" err="1">
                <a:latin typeface="Times New Roman" panose="02020603050405020304" pitchFamily="18" charset="0"/>
                <a:cs typeface="Times New Roman" panose="02020603050405020304" pitchFamily="18" charset="0"/>
              </a:rPr>
              <a:t>x_jitter</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y_jitter</a:t>
            </a:r>
            <a:r>
              <a:rPr kumimoji="0" lang="en-US" altLang="zh-CN" sz="2200" i="1" dirty="0">
                <a:latin typeface="Times New Roman" panose="02020603050405020304" pitchFamily="18" charset="0"/>
                <a:cs typeface="Times New Roman" panose="02020603050405020304" pitchFamily="18" charset="0"/>
              </a:rPr>
              <a:t>=None, label=None, color=None, marker='o', </a:t>
            </a:r>
            <a:r>
              <a:rPr kumimoji="0" lang="en-US" altLang="zh-CN" sz="2200" i="1" dirty="0" err="1">
                <a:latin typeface="Times New Roman" panose="02020603050405020304" pitchFamily="18" charset="0"/>
                <a:cs typeface="Times New Roman" panose="02020603050405020304" pitchFamily="18" charset="0"/>
              </a:rPr>
              <a:t>scatter_kws</a:t>
            </a:r>
            <a:r>
              <a:rPr kumimoji="0" lang="en-US" altLang="zh-CN" sz="2200" i="1" dirty="0">
                <a:latin typeface="Times New Roman" panose="02020603050405020304" pitchFamily="18" charset="0"/>
                <a:cs typeface="Times New Roman" panose="02020603050405020304" pitchFamily="18" charset="0"/>
              </a:rPr>
              <a:t>=None, </a:t>
            </a:r>
            <a:r>
              <a:rPr kumimoji="0" lang="en-US" altLang="zh-CN" sz="2200" i="1" dirty="0" err="1">
                <a:latin typeface="Times New Roman" panose="02020603050405020304" pitchFamily="18" charset="0"/>
                <a:cs typeface="Times New Roman" panose="02020603050405020304" pitchFamily="18" charset="0"/>
              </a:rPr>
              <a:t>line_kws</a:t>
            </a:r>
            <a:r>
              <a:rPr kumimoji="0" lang="en-US" altLang="zh-CN" sz="2200" i="1" dirty="0">
                <a:latin typeface="Times New Roman" panose="02020603050405020304" pitchFamily="18" charset="0"/>
                <a:cs typeface="Times New Roman" panose="02020603050405020304" pitchFamily="18" charset="0"/>
              </a:rPr>
              <a:t>=None, ax=None)</a:t>
            </a:r>
          </a:p>
          <a:p>
            <a:pPr>
              <a:spcBef>
                <a:spcPct val="0"/>
              </a:spcBef>
              <a:buClrTx/>
              <a:buNone/>
            </a:pPr>
            <a:endParaRPr kumimoji="0" lang="en-US" altLang="zh-CN" sz="2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7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heel(1)">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regplot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函数的主要参数及说明如下表。</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graphicFrame>
        <p:nvGraphicFramePr>
          <p:cNvPr id="5" name="表格 9">
            <a:extLst>
              <a:ext uri="{FF2B5EF4-FFF2-40B4-BE49-F238E27FC236}">
                <a16:creationId xmlns:a16="http://schemas.microsoft.com/office/drawing/2014/main" id="{2BAAEADB-6882-482E-BEBE-202082D16335}"/>
              </a:ext>
            </a:extLst>
          </p:cNvPr>
          <p:cNvGraphicFramePr>
            <a:graphicFrameLocks noGrp="1"/>
          </p:cNvGraphicFramePr>
          <p:nvPr>
            <p:extLst>
              <p:ext uri="{D42A27DB-BD31-4B8C-83A1-F6EECF244321}">
                <p14:modId xmlns:p14="http://schemas.microsoft.com/office/powerpoint/2010/main" val="2438931895"/>
              </p:ext>
            </p:extLst>
          </p:nvPr>
        </p:nvGraphicFramePr>
        <p:xfrm>
          <a:off x="702976" y="2001897"/>
          <a:ext cx="10786048" cy="3257280"/>
        </p:xfrm>
        <a:graphic>
          <a:graphicData uri="http://schemas.openxmlformats.org/drawingml/2006/table">
            <a:tbl>
              <a:tblPr firstRow="1" bandRow="1">
                <a:tableStyleId>{5C22544A-7EE6-4342-B048-85BDC9FD1C3A}</a:tableStyleId>
              </a:tblPr>
              <a:tblGrid>
                <a:gridCol w="1273810">
                  <a:extLst>
                    <a:ext uri="{9D8B030D-6E8A-4147-A177-3AD203B41FA5}">
                      <a16:colId xmlns:a16="http://schemas.microsoft.com/office/drawing/2014/main" val="2486219610"/>
                    </a:ext>
                  </a:extLst>
                </a:gridCol>
                <a:gridCol w="9512238">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array</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series</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。表示输入变量、字符串应该是</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中对应列名，使用</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series</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将会在轴上显示名称。默认为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09043048"/>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DataFrame</a:t>
                      </a:r>
                      <a:r>
                        <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。表示传入数据，列为特征。默认为</a:t>
                      </a:r>
                      <a:r>
                        <a:rPr 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81423965"/>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x_estimator</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接收可调用的映射向量。表示应用于每一个</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值并绘制估计图形，如果输入</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x_ci</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，那么将会绘制一个置信区间。默认为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51813464"/>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x_ci</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到</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。表示离散值集中趋势的置信区间大小，</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str</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的值可选</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ci</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sd</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ci</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569487"/>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ci</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到</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轴置信区间大小。默认为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4562582"/>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scatter</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。表示是否绘制散点图。默认为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True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85982808"/>
                  </a:ext>
                </a:extLst>
              </a:tr>
            </a:tbl>
          </a:graphicData>
        </a:graphic>
      </p:graphicFrame>
    </p:spTree>
    <p:extLst>
      <p:ext uri="{BB962C8B-B14F-4D97-AF65-F5344CB8AC3E}">
        <p14:creationId xmlns:p14="http://schemas.microsoft.com/office/powerpoint/2010/main" val="2717197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E74D8C-07E5-48A9-8556-3DF9CF7EE52A}"/>
              </a:ext>
            </a:extLst>
          </p:cNvPr>
          <p:cNvSpPr>
            <a:spLocks noGrp="1"/>
          </p:cNvSpPr>
          <p:nvPr>
            <p:ph idx="1"/>
          </p:nvPr>
        </p:nvSpPr>
        <p:spPr/>
        <p:txBody>
          <a:bodyPr/>
          <a:lstStyle/>
          <a:p>
            <a:pPr marL="0" indent="457200">
              <a:buClr>
                <a:srgbClr val="000066"/>
              </a:buClr>
              <a:buNone/>
            </a:pP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regplot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函数的主要参数及说明如下表（续表）。</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buClr>
                <a:srgbClr val="000066"/>
              </a:buClr>
            </a:pPr>
            <a:endParaRPr lang="en-US" altLang="zh-CN" dirty="0"/>
          </a:p>
        </p:txBody>
      </p:sp>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graphicFrame>
        <p:nvGraphicFramePr>
          <p:cNvPr id="5" name="表格 9">
            <a:extLst>
              <a:ext uri="{FF2B5EF4-FFF2-40B4-BE49-F238E27FC236}">
                <a16:creationId xmlns:a16="http://schemas.microsoft.com/office/drawing/2014/main" id="{2BAAEADB-6882-482E-BEBE-202082D16335}"/>
              </a:ext>
            </a:extLst>
          </p:cNvPr>
          <p:cNvGraphicFramePr>
            <a:graphicFrameLocks noGrp="1"/>
          </p:cNvGraphicFramePr>
          <p:nvPr>
            <p:extLst>
              <p:ext uri="{D42A27DB-BD31-4B8C-83A1-F6EECF244321}">
                <p14:modId xmlns:p14="http://schemas.microsoft.com/office/powerpoint/2010/main" val="48144723"/>
              </p:ext>
            </p:extLst>
          </p:nvPr>
        </p:nvGraphicFramePr>
        <p:xfrm>
          <a:off x="2787311" y="2074680"/>
          <a:ext cx="7031391" cy="2708640"/>
        </p:xfrm>
        <a:graphic>
          <a:graphicData uri="http://schemas.openxmlformats.org/drawingml/2006/table">
            <a:tbl>
              <a:tblPr firstRow="1" bandRow="1">
                <a:tableStyleId>{5C22544A-7EE6-4342-B048-85BDC9FD1C3A}</a:tableStyleId>
              </a:tblPr>
              <a:tblGrid>
                <a:gridCol w="1323143">
                  <a:extLst>
                    <a:ext uri="{9D8B030D-6E8A-4147-A177-3AD203B41FA5}">
                      <a16:colId xmlns:a16="http://schemas.microsoft.com/office/drawing/2014/main" val="2486219610"/>
                    </a:ext>
                  </a:extLst>
                </a:gridCol>
                <a:gridCol w="5708248">
                  <a:extLst>
                    <a:ext uri="{9D8B030D-6E8A-4147-A177-3AD203B41FA5}">
                      <a16:colId xmlns:a16="http://schemas.microsoft.com/office/drawing/2014/main" val="3350215076"/>
                    </a:ext>
                  </a:extLst>
                </a:gridCol>
              </a:tblGrid>
              <a:tr h="432000">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参数名称</a:t>
                      </a:r>
                    </a:p>
                  </a:txBody>
                  <a:tcPr marL="68580" marR="68580" marT="0" marB="0" anchor="ctr"/>
                </a:tc>
                <a:tc>
                  <a:txBody>
                    <a:bodyPr/>
                    <a:lstStyle/>
                    <a:p>
                      <a:pPr marL="0" algn="ctr" defTabSz="967740" rtl="0" eaLnBrk="1" latinLnBrk="0" hangingPunct="1"/>
                      <a:r>
                        <a:rPr lang="zh-CN" altLang="en-US" sz="1800" b="1" kern="1200" baseline="0" dirty="0">
                          <a:solidFill>
                            <a:schemeClr val="lt1"/>
                          </a:solidFill>
                          <a:latin typeface="Times New Roman" panose="02020603050405020304" pitchFamily="18" charset="0"/>
                          <a:ea typeface="+mn-ea"/>
                          <a:cs typeface="+mn-cs"/>
                        </a:rPr>
                        <a:t>参数说明</a:t>
                      </a:r>
                    </a:p>
                  </a:txBody>
                  <a:tcPr marL="68580" marR="68580" marT="0" marB="0" anchor="ctr"/>
                </a:tc>
                <a:extLst>
                  <a:ext uri="{0D108BD9-81ED-4DB2-BD59-A6C34878D82A}">
                    <a16:rowId xmlns:a16="http://schemas.microsoft.com/office/drawing/2014/main" val="101937486"/>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logistic</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。表示是否使用逻辑回归。默认为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3780460"/>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lowess</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。表示是否使用局域回归。默认为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1016044"/>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robust</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。表示是否使用稳定回归。默认为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7288211"/>
                  </a:ext>
                </a:extLst>
              </a:tr>
              <a:tr h="432000">
                <a:tc>
                  <a:txBody>
                    <a:bodyPr/>
                    <a:lstStyle/>
                    <a:p>
                      <a:pPr marL="0" algn="l" defTabSz="967740" rtl="0" eaLnBrk="1" latinLnBrk="0" hangingPunct="1"/>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logx</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bool</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。表示是否使用对数回归。默认为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False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83336032"/>
                  </a:ext>
                </a:extLst>
              </a:tr>
              <a:tr h="432000">
                <a:tc>
                  <a:txBody>
                    <a:bodyPr/>
                    <a:lstStyle/>
                    <a:p>
                      <a:pPr marL="0" algn="l" defTabSz="967740" rtl="0" eaLnBrk="1" latinLnBrk="0" hangingPunct="1"/>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800" kern="100" baseline="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x,y</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}_jitter</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0" algn="l" defTabSz="967740" rtl="0" eaLnBrk="1" latinLnBrk="0" hangingPunct="1"/>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接收</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float</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。表示设置均匀随机噪声添加到</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或</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a:t>
                      </a:r>
                      <a:r>
                        <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变量中，只改变图形外观。默认为</a:t>
                      </a:r>
                      <a:r>
                        <a:rPr 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altLang="en-US" sz="1800" kern="100" baseline="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7693477"/>
                  </a:ext>
                </a:extLst>
              </a:tr>
            </a:tbl>
          </a:graphicData>
        </a:graphic>
      </p:graphicFrame>
    </p:spTree>
    <p:extLst>
      <p:ext uri="{BB962C8B-B14F-4D97-AF65-F5344CB8AC3E}">
        <p14:creationId xmlns:p14="http://schemas.microsoft.com/office/powerpoint/2010/main" val="290209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51BE47F-A7C0-4F37-895C-B09FEF90680A}"/>
              </a:ext>
            </a:extLst>
          </p:cNvPr>
          <p:cNvSpPr>
            <a:spLocks noGrp="1"/>
          </p:cNvSpPr>
          <p:nvPr>
            <p:ph type="title"/>
          </p:nvPr>
        </p:nvSpPr>
        <p:spPr/>
        <p:txBody>
          <a:bodyPr/>
          <a:lstStyle/>
          <a:p>
            <a:r>
              <a:rPr lang="zh-CN" altLang="en-US" dirty="0"/>
              <a:t>使用</a:t>
            </a:r>
            <a:r>
              <a:rPr lang="en-US" altLang="zh-CN" dirty="0"/>
              <a:t>seaborn</a:t>
            </a:r>
            <a:r>
              <a:rPr lang="zh-CN" altLang="en-US" dirty="0"/>
              <a:t>绘制基础图形</a:t>
            </a:r>
          </a:p>
        </p:txBody>
      </p:sp>
      <p:sp>
        <p:nvSpPr>
          <p:cNvPr id="7" name="文本框 6">
            <a:extLst>
              <a:ext uri="{FF2B5EF4-FFF2-40B4-BE49-F238E27FC236}">
                <a16:creationId xmlns:a16="http://schemas.microsoft.com/office/drawing/2014/main" id="{0FF9B86E-A827-9E57-0299-54AF51790077}"/>
              </a:ext>
            </a:extLst>
          </p:cNvPr>
          <p:cNvSpPr txBox="1"/>
          <p:nvPr/>
        </p:nvSpPr>
        <p:spPr>
          <a:xfrm>
            <a:off x="3048918" y="1862094"/>
            <a:ext cx="6097836" cy="3139321"/>
          </a:xfrm>
          <a:prstGeom prst="rect">
            <a:avLst/>
          </a:prstGeom>
          <a:noFill/>
        </p:spPr>
        <p:txBody>
          <a:bodyPr wrap="square">
            <a:spAutoFit/>
          </a:bodyPr>
          <a:lstStyle/>
          <a:p>
            <a:endParaRPr lang="zh-CN" altLang="en-US" dirty="0"/>
          </a:p>
          <a:p>
            <a:endParaRPr lang="zh-CN" altLang="en-US" dirty="0"/>
          </a:p>
          <a:p>
            <a:r>
              <a:rPr lang="zh-CN" altLang="en-US" dirty="0"/>
              <a:t># </a:t>
            </a:r>
          </a:p>
          <a:p>
            <a:r>
              <a:rPr lang="zh-CN" altLang="en-US" dirty="0"/>
              <a:t>fig, axes = plt.subplots(1, 2, figsize=(8, 4))</a:t>
            </a:r>
          </a:p>
          <a:p>
            <a:r>
              <a:rPr lang="zh-CN" altLang="en-US" dirty="0"/>
              <a:t>axes[0].set_title('修改前的线性回归拟合图')</a:t>
            </a:r>
          </a:p>
          <a:p>
            <a:r>
              <a:rPr lang="zh-CN" altLang="en-US" dirty="0"/>
              <a:t>axes[1].set_title('修改后的线性回归拟合图')</a:t>
            </a:r>
          </a:p>
          <a:p>
            <a:r>
              <a:rPr lang="zh-CN" altLang="en-US" dirty="0"/>
              <a:t>sns.regplot(x='房间数（间）', y='房屋价格（美元）', data=boston, ax=axes[0])</a:t>
            </a:r>
          </a:p>
          <a:p>
            <a:r>
              <a:rPr lang="zh-CN" altLang="en-US" dirty="0"/>
              <a:t>sns.regplot(x='房间数（间）', y='房屋价格（美元）', data=boston, ci=50, ax=axes[1])</a:t>
            </a:r>
          </a:p>
          <a:p>
            <a:r>
              <a:rPr lang="zh-CN" altLang="en-US" dirty="0"/>
              <a:t>plt.show()</a:t>
            </a:r>
          </a:p>
        </p:txBody>
      </p:sp>
    </p:spTree>
    <p:extLst>
      <p:ext uri="{BB962C8B-B14F-4D97-AF65-F5344CB8AC3E}">
        <p14:creationId xmlns:p14="http://schemas.microsoft.com/office/powerpoint/2010/main" val="18144175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2B48626-5256-4386-8A24-02A1DC4508EC}"/>
              </a:ext>
            </a:extLst>
          </p:cNvPr>
          <p:cNvSpPr>
            <a:spLocks noGrp="1"/>
          </p:cNvSpPr>
          <p:nvPr>
            <p:ph idx="1"/>
          </p:nvPr>
        </p:nvSpPr>
        <p:spPr/>
        <p:txBody>
          <a:bodyPr/>
          <a:lstStyle/>
          <a:p>
            <a:pPr algn="l"/>
            <a:r>
              <a:rPr lang="zh-CN" altLang="zh-CN" sz="1800" dirty="0" smtClean="0">
                <a:effectLst/>
                <a:latin typeface="Times New Roman" panose="02020603050405020304" pitchFamily="18" charset="0"/>
                <a:ea typeface="宋体" panose="02010600030101010101" pitchFamily="2" charset="-122"/>
                <a:cs typeface="Times New Roman" panose="02020603050405020304" pitchFamily="18" charset="0"/>
              </a:rPr>
              <a:t>介绍</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了</a:t>
            </a:r>
            <a:r>
              <a:rPr lang="en-US" altLang="zh-CN" sz="1800" dirty="0" err="1">
                <a:effectLst/>
                <a:latin typeface="Times New Roman" panose="02020603050405020304" pitchFamily="18" charset="0"/>
                <a:ea typeface="宋体" panose="02010600030101010101" pitchFamily="2" charset="-122"/>
              </a:rPr>
              <a:t>pyplot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绘图的基本语法和常用参数，并通过</a:t>
            </a:r>
            <a:r>
              <a:rPr lang="en-US" altLang="zh-CN" sz="1800" dirty="0">
                <a:effectLst/>
                <a:latin typeface="Times New Roman" panose="02020603050405020304" pitchFamily="18" charset="0"/>
                <a:ea typeface="宋体" panose="02010600030101010101" pitchFamily="2" charset="-122"/>
              </a:rPr>
              <a:t>Matplotlib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库绘制体现特征间相关关系的散点图、体现特征间趋势关系的折线图、体现特征内部数据分布的柱形图和饼图，以及体现特征内部数据分散情况的箱线图</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介绍了</a:t>
            </a:r>
            <a:r>
              <a:rPr lang="en-US" altLang="zh-CN" sz="1800" dirty="0">
                <a:effectLst/>
                <a:latin typeface="Times New Roman" panose="02020603050405020304" pitchFamily="18" charset="0"/>
                <a:ea typeface="宋体" panose="02010600030101010101" pitchFamily="2" charset="-122"/>
              </a:rPr>
              <a:t>seaborn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库的基础图形、绘图风格和调色板，并通过</a:t>
            </a:r>
            <a:r>
              <a:rPr lang="en-US" altLang="zh-CN" sz="1800" dirty="0">
                <a:effectLst/>
                <a:latin typeface="Times New Roman" panose="02020603050405020304" pitchFamily="18" charset="0"/>
                <a:ea typeface="宋体" panose="02010600030101010101" pitchFamily="2" charset="-122"/>
              </a:rPr>
              <a:t>seaborn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库绘制热力图、分类散点图和线型回归拟合图</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endParaRPr lang="zh-CN" altLang="en-US" b="0" i="0" dirty="0">
              <a:solidFill>
                <a:srgbClr val="333333"/>
              </a:solidFill>
              <a:effectLst/>
              <a:latin typeface="Helvetica" panose="020B0604020202020204" pitchFamily="34" charset="0"/>
            </a:endParaRPr>
          </a:p>
        </p:txBody>
      </p:sp>
      <p:sp>
        <p:nvSpPr>
          <p:cNvPr id="5" name="标题 4">
            <a:extLst>
              <a:ext uri="{FF2B5EF4-FFF2-40B4-BE49-F238E27FC236}">
                <a16:creationId xmlns:a16="http://schemas.microsoft.com/office/drawing/2014/main" id="{C8313496-719A-4DA8-956B-75CAF8055934}"/>
              </a:ext>
            </a:extLst>
          </p:cNvPr>
          <p:cNvSpPr>
            <a:spLocks noGrp="1"/>
          </p:cNvSpPr>
          <p:nvPr>
            <p:ph type="title"/>
          </p:nvPr>
        </p:nvSpPr>
        <p:spPr/>
        <p:txBody>
          <a:bodyPr/>
          <a:lstStyle/>
          <a:p>
            <a:r>
              <a:rPr lang="zh-CN" altLang="en-US" dirty="0"/>
              <a:t>小结</a:t>
            </a:r>
          </a:p>
        </p:txBody>
      </p:sp>
      <p:pic>
        <p:nvPicPr>
          <p:cNvPr id="7" name="Picture 2">
            <a:extLst>
              <a:ext uri="{FF2B5EF4-FFF2-40B4-BE49-F238E27FC236}">
                <a16:creationId xmlns:a16="http://schemas.microsoft.com/office/drawing/2014/main" id="{D2671C9B-DB4E-4592-AC92-362EE1D6F25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958181" y="3749156"/>
            <a:ext cx="3810000" cy="25527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268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ChangeArrowheads="1"/>
          </p:cNvSpPr>
          <p:nvPr/>
        </p:nvSpPr>
        <p:spPr bwMode="gray">
          <a:xfrm>
            <a:off x="1524003" y="-318796"/>
            <a:ext cx="184731" cy="238848"/>
          </a:xfrm>
          <a:prstGeom prst="rect">
            <a:avLst/>
          </a:prstGeom>
          <a:noFill/>
          <a:ln>
            <a:noFill/>
          </a:ln>
          <a:effectLst>
            <a:outerShdw dist="107763"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nchor="ctr">
            <a:spAutoFit/>
          </a:bodyPr>
          <a:lstStyle>
            <a:lvl1pPr eaLnBrk="0" hangingPunct="0">
              <a:defRPr sz="900">
                <a:solidFill>
                  <a:srgbClr val="000000"/>
                </a:solidFill>
                <a:latin typeface="Arial" panose="020B0604020202020204" pitchFamily="34" charset="0"/>
                <a:ea typeface="宋体" panose="02010600030101010101" pitchFamily="2" charset="-122"/>
              </a:defRPr>
            </a:lvl1pPr>
            <a:lvl2pPr marL="742950" indent="-285750" eaLnBrk="0" hangingPunct="0">
              <a:defRPr sz="900">
                <a:solidFill>
                  <a:srgbClr val="000000"/>
                </a:solidFill>
                <a:latin typeface="Arial" panose="020B0604020202020204" pitchFamily="34" charset="0"/>
                <a:ea typeface="宋体" panose="02010600030101010101" pitchFamily="2" charset="-122"/>
              </a:defRPr>
            </a:lvl2pPr>
            <a:lvl3pPr marL="1143000" indent="-228600" eaLnBrk="0" hangingPunct="0">
              <a:defRPr sz="900">
                <a:solidFill>
                  <a:srgbClr val="000000"/>
                </a:solidFill>
                <a:latin typeface="Arial" panose="020B0604020202020204" pitchFamily="34" charset="0"/>
                <a:ea typeface="宋体" panose="02010600030101010101" pitchFamily="2" charset="-122"/>
              </a:defRPr>
            </a:lvl3pPr>
            <a:lvl4pPr marL="1600200" indent="-228600" eaLnBrk="0" hangingPunct="0">
              <a:defRPr sz="900">
                <a:solidFill>
                  <a:srgbClr val="000000"/>
                </a:solidFill>
                <a:latin typeface="Arial" panose="020B0604020202020204" pitchFamily="34" charset="0"/>
                <a:ea typeface="宋体" panose="02010600030101010101" pitchFamily="2" charset="-122"/>
              </a:defRPr>
            </a:lvl4pPr>
            <a:lvl5pPr marL="2057400" indent="-228600" eaLnBrk="0" hangingPunct="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eaLnBrk="1" hangingPunct="1"/>
            <a:endParaRPr lang="zh-CN" altLang="en-US" sz="952"/>
          </a:p>
        </p:txBody>
      </p:sp>
      <p:sp>
        <p:nvSpPr>
          <p:cNvPr id="10246" name="Rectangle 6"/>
          <p:cNvSpPr>
            <a:spLocks noChangeArrowheads="1"/>
          </p:cNvSpPr>
          <p:nvPr/>
        </p:nvSpPr>
        <p:spPr bwMode="auto">
          <a:xfrm>
            <a:off x="1524003" y="-392117"/>
            <a:ext cx="184731" cy="385490"/>
          </a:xfrm>
          <a:prstGeom prst="rect">
            <a:avLst/>
          </a:prstGeom>
          <a:noFill/>
          <a:ln w="9525">
            <a:noFill/>
            <a:miter lim="800000"/>
            <a:headEnd/>
            <a:tailEnd/>
          </a:ln>
          <a:effectLst>
            <a:prstShdw prst="shdw17" dist="17961" dir="2700000">
              <a:schemeClr val="accent1">
                <a:gamma/>
                <a:shade val="60000"/>
                <a:invGamma/>
              </a:schemeClr>
            </a:prstShdw>
          </a:effectLst>
        </p:spPr>
        <p:txBody>
          <a:bodyPr wrap="none" anchor="ctr">
            <a:spAutoFit/>
          </a:bodyPr>
          <a:lstStyle/>
          <a:p>
            <a:pPr>
              <a:defRPr/>
            </a:pPr>
            <a:endParaRPr lang="zh-CN" altLang="en-US" sz="1905">
              <a:solidFill>
                <a:srgbClr val="000000"/>
              </a:solidFill>
              <a:latin typeface="Arial" charset="0"/>
            </a:endParaRPr>
          </a:p>
        </p:txBody>
      </p:sp>
    </p:spTree>
    <p:extLst>
      <p:ext uri="{BB962C8B-B14F-4D97-AF65-F5344CB8AC3E}">
        <p14:creationId xmlns:p14="http://schemas.microsoft.com/office/powerpoint/2010/main" val="846366922"/>
      </p:ext>
    </p:extLst>
  </p:cSld>
  <p:clrMapOvr>
    <a:masterClrMapping/>
  </p:clrMapOvr>
  <p:transition spd="slow"/>
</p:sld>
</file>

<file path=ppt/theme/theme1.xml><?xml version="1.0" encoding="utf-8"?>
<a:theme xmlns:a="http://schemas.openxmlformats.org/drawingml/2006/main" name="PPT模板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模板主题" id="{CEBE7990-C6F3-4E90-A321-F83DE118A5FB}" vid="{7CACAC8C-4918-4F36-901D-910BAC58BD7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1753</TotalTime>
  <Words>5246</Words>
  <Application>Microsoft Office PowerPoint</Application>
  <PresentationFormat>宽屏</PresentationFormat>
  <Paragraphs>661</Paragraphs>
  <Slides>45</Slides>
  <Notes>42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45</vt:i4>
      </vt:variant>
    </vt:vector>
  </HeadingPairs>
  <TitlesOfParts>
    <vt:vector size="55" baseType="lpstr">
      <vt:lpstr>等线</vt:lpstr>
      <vt:lpstr>黑体</vt:lpstr>
      <vt:lpstr>宋体</vt:lpstr>
      <vt:lpstr>微软雅黑</vt:lpstr>
      <vt:lpstr>Arial</vt:lpstr>
      <vt:lpstr>Calibri</vt:lpstr>
      <vt:lpstr>Helvetica</vt:lpstr>
      <vt:lpstr>Times New Roman</vt:lpstr>
      <vt:lpstr>Wingdings</vt:lpstr>
      <vt:lpstr>PPT模板主题</vt:lpstr>
      <vt:lpstr>数据可视化基础(2)</vt:lpstr>
      <vt:lpstr>目录</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熟悉seaborn绘图基础</vt:lpstr>
      <vt:lpstr>使用seaborn绘制基础图形</vt:lpstr>
      <vt:lpstr>使用seaborn绘制基础图形</vt:lpstr>
      <vt:lpstr>使用seaborn绘制基础图形</vt:lpstr>
      <vt:lpstr>使用seaborn绘制基础图形</vt:lpstr>
      <vt:lpstr>熟悉seaborn绘图基础</vt:lpstr>
      <vt:lpstr>熟悉seaborn绘图基础</vt:lpstr>
      <vt:lpstr>熟悉seaborn绘图基础</vt:lpstr>
      <vt:lpstr>熟悉seaborn绘图基础</vt:lpstr>
      <vt:lpstr>熟悉seaborn绘图基础</vt:lpstr>
      <vt:lpstr>熟悉seaborn绘图基础</vt:lpstr>
      <vt:lpstr>使用seaborn绘制基础图形</vt:lpstr>
      <vt:lpstr>使用seaborn绘制基础图形</vt:lpstr>
      <vt:lpstr>使用seaborn绘制基础图形</vt:lpstr>
      <vt:lpstr>使用seaborn绘制基础图形</vt:lpstr>
      <vt:lpstr>小结</vt:lpstr>
      <vt:lpstr>PowerPoint 演示文稿</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Roc Ren</dc:creator>
  <cp:lastModifiedBy>lin</cp:lastModifiedBy>
  <cp:revision>404</cp:revision>
  <dcterms:created xsi:type="dcterms:W3CDTF">2017-01-10T15:44:52Z</dcterms:created>
  <dcterms:modified xsi:type="dcterms:W3CDTF">2023-11-13T10:52:32Z</dcterms:modified>
</cp:coreProperties>
</file>