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53" r:id="rId1"/>
  </p:sldMasterIdLst>
  <p:notesMasterIdLst>
    <p:notesMasterId r:id="rId34"/>
  </p:notesMasterIdLst>
  <p:sldIdLst>
    <p:sldId id="602" r:id="rId2"/>
    <p:sldId id="494" r:id="rId3"/>
    <p:sldId id="503" r:id="rId4"/>
    <p:sldId id="531" r:id="rId5"/>
    <p:sldId id="532" r:id="rId6"/>
    <p:sldId id="510" r:id="rId7"/>
    <p:sldId id="554" r:id="rId8"/>
    <p:sldId id="561" r:id="rId9"/>
    <p:sldId id="562" r:id="rId10"/>
    <p:sldId id="603" r:id="rId11"/>
    <p:sldId id="563" r:id="rId12"/>
    <p:sldId id="567" r:id="rId13"/>
    <p:sldId id="566" r:id="rId14"/>
    <p:sldId id="565" r:id="rId15"/>
    <p:sldId id="564" r:id="rId16"/>
    <p:sldId id="568" r:id="rId17"/>
    <p:sldId id="511" r:id="rId18"/>
    <p:sldId id="569" r:id="rId19"/>
    <p:sldId id="570" r:id="rId20"/>
    <p:sldId id="571" r:id="rId21"/>
    <p:sldId id="572" r:id="rId22"/>
    <p:sldId id="573" r:id="rId23"/>
    <p:sldId id="574" r:id="rId24"/>
    <p:sldId id="576" r:id="rId25"/>
    <p:sldId id="575" r:id="rId26"/>
    <p:sldId id="577" r:id="rId27"/>
    <p:sldId id="578" r:id="rId28"/>
    <p:sldId id="580" r:id="rId29"/>
    <p:sldId id="579" r:id="rId30"/>
    <p:sldId id="581" r:id="rId31"/>
    <p:sldId id="582" r:id="rId32"/>
    <p:sldId id="534"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谢 希杰" initials="谢" lastIdx="9" clrIdx="0">
    <p:extLst>
      <p:ext uri="{19B8F6BF-5375-455C-9EA6-DF929625EA0E}">
        <p15:presenceInfo xmlns:p15="http://schemas.microsoft.com/office/powerpoint/2012/main" userId="d28bfbca287b4db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9708"/>
    <a:srgbClr val="064BB2"/>
    <a:srgbClr val="FFCB54"/>
    <a:srgbClr val="2B6EE1"/>
    <a:srgbClr val="FFBF2B"/>
    <a:srgbClr val="7624CC"/>
    <a:srgbClr val="CC8824"/>
    <a:srgbClr val="2165B6"/>
    <a:srgbClr val="C4C6C9"/>
    <a:srgbClr val="A5A7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96" autoAdjust="0"/>
    <p:restoredTop sz="73633"/>
  </p:normalViewPr>
  <p:slideViewPr>
    <p:cSldViewPr snapToGrid="0">
      <p:cViewPr varScale="1">
        <p:scale>
          <a:sx n="72" d="100"/>
          <a:sy n="72" d="100"/>
        </p:scale>
        <p:origin x="1800" y="2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longlin" userId="65e6c6b7-2d31-4c1d-9ef2-3b9132fd9160" providerId="ADAL" clId="{2F966C07-B318-5171-8E81-41153612B380}"/>
    <pc:docChg chg="undo custSel delSld modSld">
      <pc:chgData name="longlonglin" userId="65e6c6b7-2d31-4c1d-9ef2-3b9132fd9160" providerId="ADAL" clId="{2F966C07-B318-5171-8E81-41153612B380}" dt="2025-09-28T11:16:53.568" v="21" actId="2696"/>
      <pc:docMkLst>
        <pc:docMk/>
      </pc:docMkLst>
      <pc:sldChg chg="delSp modSp mod">
        <pc:chgData name="longlonglin" userId="65e6c6b7-2d31-4c1d-9ef2-3b9132fd9160" providerId="ADAL" clId="{2F966C07-B318-5171-8E81-41153612B380}" dt="2025-09-28T11:15:50.545" v="2" actId="1076"/>
        <pc:sldMkLst>
          <pc:docMk/>
          <pc:sldMk cId="507703969" sldId="503"/>
        </pc:sldMkLst>
        <pc:spChg chg="del">
          <ac:chgData name="longlonglin" userId="65e6c6b7-2d31-4c1d-9ef2-3b9132fd9160" providerId="ADAL" clId="{2F966C07-B318-5171-8E81-41153612B380}" dt="2025-09-28T11:15:45.905" v="0" actId="478"/>
          <ac:spMkLst>
            <pc:docMk/>
            <pc:sldMk cId="507703969" sldId="503"/>
            <ac:spMk id="28" creationId="{4997871B-E7BB-4D54-93A1-FFDCB109D603}"/>
          </ac:spMkLst>
        </pc:spChg>
        <pc:spChg chg="del">
          <ac:chgData name="longlonglin" userId="65e6c6b7-2d31-4c1d-9ef2-3b9132fd9160" providerId="ADAL" clId="{2F966C07-B318-5171-8E81-41153612B380}" dt="2025-09-28T11:15:45.905" v="0" actId="478"/>
          <ac:spMkLst>
            <pc:docMk/>
            <pc:sldMk cId="507703969" sldId="503"/>
            <ac:spMk id="29" creationId="{4AA2E115-B5CF-48D7-AAF4-34243C4DB9F7}"/>
          </ac:spMkLst>
        </pc:spChg>
        <pc:cxnChg chg="mod">
          <ac:chgData name="longlonglin" userId="65e6c6b7-2d31-4c1d-9ef2-3b9132fd9160" providerId="ADAL" clId="{2F966C07-B318-5171-8E81-41153612B380}" dt="2025-09-28T11:15:50.545" v="2" actId="1076"/>
          <ac:cxnSpMkLst>
            <pc:docMk/>
            <pc:sldMk cId="507703969" sldId="503"/>
            <ac:cxnSpMk id="18" creationId="{0655586B-F6B4-426E-80D1-04ADB3C76375}"/>
          </ac:cxnSpMkLst>
        </pc:cxnChg>
      </pc:sldChg>
      <pc:sldChg chg="delSp mod">
        <pc:chgData name="longlonglin" userId="65e6c6b7-2d31-4c1d-9ef2-3b9132fd9160" providerId="ADAL" clId="{2F966C07-B318-5171-8E81-41153612B380}" dt="2025-09-28T11:16:03.295" v="3" actId="478"/>
        <pc:sldMkLst>
          <pc:docMk/>
          <pc:sldMk cId="2500337558" sldId="510"/>
        </pc:sldMkLst>
        <pc:spChg chg="del">
          <ac:chgData name="longlonglin" userId="65e6c6b7-2d31-4c1d-9ef2-3b9132fd9160" providerId="ADAL" clId="{2F966C07-B318-5171-8E81-41153612B380}" dt="2025-09-28T11:16:03.295" v="3" actId="478"/>
          <ac:spMkLst>
            <pc:docMk/>
            <pc:sldMk cId="2500337558" sldId="510"/>
            <ac:spMk id="28" creationId="{4997871B-E7BB-4D54-93A1-FFDCB109D603}"/>
          </ac:spMkLst>
        </pc:spChg>
        <pc:spChg chg="del">
          <ac:chgData name="longlonglin" userId="65e6c6b7-2d31-4c1d-9ef2-3b9132fd9160" providerId="ADAL" clId="{2F966C07-B318-5171-8E81-41153612B380}" dt="2025-09-28T11:16:03.295" v="3" actId="478"/>
          <ac:spMkLst>
            <pc:docMk/>
            <pc:sldMk cId="2500337558" sldId="510"/>
            <ac:spMk id="29" creationId="{4AA2E115-B5CF-48D7-AAF4-34243C4DB9F7}"/>
          </ac:spMkLst>
        </pc:spChg>
      </pc:sldChg>
      <pc:sldChg chg="delSp mod">
        <pc:chgData name="longlonglin" userId="65e6c6b7-2d31-4c1d-9ef2-3b9132fd9160" providerId="ADAL" clId="{2F966C07-B318-5171-8E81-41153612B380}" dt="2025-09-28T11:16:16.251" v="4" actId="478"/>
        <pc:sldMkLst>
          <pc:docMk/>
          <pc:sldMk cId="1629015785" sldId="511"/>
        </pc:sldMkLst>
        <pc:spChg chg="del">
          <ac:chgData name="longlonglin" userId="65e6c6b7-2d31-4c1d-9ef2-3b9132fd9160" providerId="ADAL" clId="{2F966C07-B318-5171-8E81-41153612B380}" dt="2025-09-28T11:16:16.251" v="4" actId="478"/>
          <ac:spMkLst>
            <pc:docMk/>
            <pc:sldMk cId="1629015785" sldId="511"/>
            <ac:spMk id="28" creationId="{4997871B-E7BB-4D54-93A1-FFDCB109D603}"/>
          </ac:spMkLst>
        </pc:spChg>
        <pc:spChg chg="del">
          <ac:chgData name="longlonglin" userId="65e6c6b7-2d31-4c1d-9ef2-3b9132fd9160" providerId="ADAL" clId="{2F966C07-B318-5171-8E81-41153612B380}" dt="2025-09-28T11:16:16.251" v="4" actId="478"/>
          <ac:spMkLst>
            <pc:docMk/>
            <pc:sldMk cId="1629015785" sldId="511"/>
            <ac:spMk id="29" creationId="{4AA2E115-B5CF-48D7-AAF4-34243C4DB9F7}"/>
          </ac:spMkLst>
        </pc:spChg>
      </pc:sldChg>
      <pc:sldChg chg="del">
        <pc:chgData name="longlonglin" userId="65e6c6b7-2d31-4c1d-9ef2-3b9132fd9160" providerId="ADAL" clId="{2F966C07-B318-5171-8E81-41153612B380}" dt="2025-09-28T11:16:53.530" v="5" actId="2696"/>
        <pc:sldMkLst>
          <pc:docMk/>
          <pc:sldMk cId="3761454845" sldId="512"/>
        </pc:sldMkLst>
      </pc:sldChg>
      <pc:sldChg chg="del">
        <pc:chgData name="longlonglin" userId="65e6c6b7-2d31-4c1d-9ef2-3b9132fd9160" providerId="ADAL" clId="{2F966C07-B318-5171-8E81-41153612B380}" dt="2025-09-28T11:16:53.561" v="19" actId="2696"/>
        <pc:sldMkLst>
          <pc:docMk/>
          <pc:sldMk cId="3640268479" sldId="540"/>
        </pc:sldMkLst>
      </pc:sldChg>
      <pc:sldChg chg="del">
        <pc:chgData name="longlonglin" userId="65e6c6b7-2d31-4c1d-9ef2-3b9132fd9160" providerId="ADAL" clId="{2F966C07-B318-5171-8E81-41153612B380}" dt="2025-09-28T11:16:53.547" v="9" actId="2696"/>
        <pc:sldMkLst>
          <pc:docMk/>
          <pc:sldMk cId="587217882" sldId="583"/>
        </pc:sldMkLst>
      </pc:sldChg>
      <pc:sldChg chg="del">
        <pc:chgData name="longlonglin" userId="65e6c6b7-2d31-4c1d-9ef2-3b9132fd9160" providerId="ADAL" clId="{2F966C07-B318-5171-8E81-41153612B380}" dt="2025-09-28T11:16:53.568" v="21" actId="2696"/>
        <pc:sldMkLst>
          <pc:docMk/>
          <pc:sldMk cId="3622176872" sldId="584"/>
        </pc:sldMkLst>
      </pc:sldChg>
      <pc:sldChg chg="del">
        <pc:chgData name="longlonglin" userId="65e6c6b7-2d31-4c1d-9ef2-3b9132fd9160" providerId="ADAL" clId="{2F966C07-B318-5171-8E81-41153612B380}" dt="2025-09-28T11:16:53.559" v="18" actId="2696"/>
        <pc:sldMkLst>
          <pc:docMk/>
          <pc:sldMk cId="1407443788" sldId="587"/>
        </pc:sldMkLst>
      </pc:sldChg>
      <pc:sldChg chg="del">
        <pc:chgData name="longlonglin" userId="65e6c6b7-2d31-4c1d-9ef2-3b9132fd9160" providerId="ADAL" clId="{2F966C07-B318-5171-8E81-41153612B380}" dt="2025-09-28T11:16:53.548" v="10" actId="2696"/>
        <pc:sldMkLst>
          <pc:docMk/>
          <pc:sldMk cId="661183246" sldId="588"/>
        </pc:sldMkLst>
      </pc:sldChg>
      <pc:sldChg chg="del">
        <pc:chgData name="longlonglin" userId="65e6c6b7-2d31-4c1d-9ef2-3b9132fd9160" providerId="ADAL" clId="{2F966C07-B318-5171-8E81-41153612B380}" dt="2025-09-28T11:16:53.537" v="8" actId="2696"/>
        <pc:sldMkLst>
          <pc:docMk/>
          <pc:sldMk cId="2245443257" sldId="589"/>
        </pc:sldMkLst>
      </pc:sldChg>
      <pc:sldChg chg="del">
        <pc:chgData name="longlonglin" userId="65e6c6b7-2d31-4c1d-9ef2-3b9132fd9160" providerId="ADAL" clId="{2F966C07-B318-5171-8E81-41153612B380}" dt="2025-09-28T11:16:53.555" v="16" actId="2696"/>
        <pc:sldMkLst>
          <pc:docMk/>
          <pc:sldMk cId="3043866016" sldId="590"/>
        </pc:sldMkLst>
      </pc:sldChg>
      <pc:sldChg chg="del">
        <pc:chgData name="longlonglin" userId="65e6c6b7-2d31-4c1d-9ef2-3b9132fd9160" providerId="ADAL" clId="{2F966C07-B318-5171-8E81-41153612B380}" dt="2025-09-28T11:16:53.558" v="17" actId="2696"/>
        <pc:sldMkLst>
          <pc:docMk/>
          <pc:sldMk cId="1831305869" sldId="591"/>
        </pc:sldMkLst>
      </pc:sldChg>
      <pc:sldChg chg="del">
        <pc:chgData name="longlonglin" userId="65e6c6b7-2d31-4c1d-9ef2-3b9132fd9160" providerId="ADAL" clId="{2F966C07-B318-5171-8E81-41153612B380}" dt="2025-09-28T11:16:53.552" v="13" actId="2696"/>
        <pc:sldMkLst>
          <pc:docMk/>
          <pc:sldMk cId="3687177223" sldId="592"/>
        </pc:sldMkLst>
      </pc:sldChg>
      <pc:sldChg chg="del">
        <pc:chgData name="longlonglin" userId="65e6c6b7-2d31-4c1d-9ef2-3b9132fd9160" providerId="ADAL" clId="{2F966C07-B318-5171-8E81-41153612B380}" dt="2025-09-28T11:16:53.562" v="20" actId="2696"/>
        <pc:sldMkLst>
          <pc:docMk/>
          <pc:sldMk cId="3405489467" sldId="593"/>
        </pc:sldMkLst>
      </pc:sldChg>
      <pc:sldChg chg="del">
        <pc:chgData name="longlonglin" userId="65e6c6b7-2d31-4c1d-9ef2-3b9132fd9160" providerId="ADAL" clId="{2F966C07-B318-5171-8E81-41153612B380}" dt="2025-09-28T11:16:53.550" v="12" actId="2696"/>
        <pc:sldMkLst>
          <pc:docMk/>
          <pc:sldMk cId="1300218100" sldId="594"/>
        </pc:sldMkLst>
      </pc:sldChg>
      <pc:sldChg chg="del">
        <pc:chgData name="longlonglin" userId="65e6c6b7-2d31-4c1d-9ef2-3b9132fd9160" providerId="ADAL" clId="{2F966C07-B318-5171-8E81-41153612B380}" dt="2025-09-28T11:16:53.534" v="6" actId="2696"/>
        <pc:sldMkLst>
          <pc:docMk/>
          <pc:sldMk cId="2859955054" sldId="595"/>
        </pc:sldMkLst>
      </pc:sldChg>
      <pc:sldChg chg="del">
        <pc:chgData name="longlonglin" userId="65e6c6b7-2d31-4c1d-9ef2-3b9132fd9160" providerId="ADAL" clId="{2F966C07-B318-5171-8E81-41153612B380}" dt="2025-09-28T11:16:53.536" v="7" actId="2696"/>
        <pc:sldMkLst>
          <pc:docMk/>
          <pc:sldMk cId="2169757038" sldId="597"/>
        </pc:sldMkLst>
      </pc:sldChg>
      <pc:sldChg chg="del">
        <pc:chgData name="longlonglin" userId="65e6c6b7-2d31-4c1d-9ef2-3b9132fd9160" providerId="ADAL" clId="{2F966C07-B318-5171-8E81-41153612B380}" dt="2025-09-28T11:16:53.553" v="14" actId="2696"/>
        <pc:sldMkLst>
          <pc:docMk/>
          <pc:sldMk cId="3211376405" sldId="598"/>
        </pc:sldMkLst>
      </pc:sldChg>
      <pc:sldChg chg="del">
        <pc:chgData name="longlonglin" userId="65e6c6b7-2d31-4c1d-9ef2-3b9132fd9160" providerId="ADAL" clId="{2F966C07-B318-5171-8E81-41153612B380}" dt="2025-09-28T11:16:53.549" v="11" actId="2696"/>
        <pc:sldMkLst>
          <pc:docMk/>
          <pc:sldMk cId="740767117" sldId="599"/>
        </pc:sldMkLst>
      </pc:sldChg>
      <pc:sldChg chg="del">
        <pc:chgData name="longlonglin" userId="65e6c6b7-2d31-4c1d-9ef2-3b9132fd9160" providerId="ADAL" clId="{2F966C07-B318-5171-8E81-41153612B380}" dt="2025-09-28T11:16:53.554" v="15" actId="2696"/>
        <pc:sldMkLst>
          <pc:docMk/>
          <pc:sldMk cId="1781999614" sldId="600"/>
        </pc:sldMkLst>
      </pc:sldChg>
    </pc:docChg>
  </pc:docChgLst>
  <pc:docChgLst>
    <pc:chgData name="longlonglin" userId="65e6c6b7-2d31-4c1d-9ef2-3b9132fd9160" providerId="ADAL" clId="{0D165A0F-5FBC-4144-AF95-062A35F3064C}"/>
    <pc:docChg chg="undo custSel addSld delSld modSld sldOrd modMainMaster">
      <pc:chgData name="longlonglin" userId="65e6c6b7-2d31-4c1d-9ef2-3b9132fd9160" providerId="ADAL" clId="{0D165A0F-5FBC-4144-AF95-062A35F3064C}" dt="2023-10-08T10:28:52.887" v="561" actId="207"/>
      <pc:docMkLst>
        <pc:docMk/>
      </pc:docMkLst>
      <pc:sldChg chg="add del ord">
        <pc:chgData name="longlonglin" userId="65e6c6b7-2d31-4c1d-9ef2-3b9132fd9160" providerId="ADAL" clId="{0D165A0F-5FBC-4144-AF95-062A35F3064C}" dt="2023-10-04T03:13:01.651" v="78" actId="2696"/>
        <pc:sldMkLst>
          <pc:docMk/>
          <pc:sldMk cId="0" sldId="314"/>
        </pc:sldMkLst>
      </pc:sldChg>
      <pc:sldChg chg="addSp delSp modSp mod">
        <pc:chgData name="longlonglin" userId="65e6c6b7-2d31-4c1d-9ef2-3b9132fd9160" providerId="ADAL" clId="{0D165A0F-5FBC-4144-AF95-062A35F3064C}" dt="2023-10-04T03:17:16.694" v="118" actId="478"/>
        <pc:sldMkLst>
          <pc:docMk/>
          <pc:sldMk cId="1507486283" sldId="494"/>
        </pc:sldMkLst>
      </pc:sldChg>
      <pc:sldChg chg="modSp mod modAnim">
        <pc:chgData name="longlonglin" userId="65e6c6b7-2d31-4c1d-9ef2-3b9132fd9160" providerId="ADAL" clId="{0D165A0F-5FBC-4144-AF95-062A35F3064C}" dt="2023-10-08T10:28:33.609" v="560" actId="20577"/>
        <pc:sldMkLst>
          <pc:docMk/>
          <pc:sldMk cId="0" sldId="531"/>
        </pc:sldMkLst>
      </pc:sldChg>
      <pc:sldChg chg="modSp mod">
        <pc:chgData name="longlonglin" userId="65e6c6b7-2d31-4c1d-9ef2-3b9132fd9160" providerId="ADAL" clId="{0D165A0F-5FBC-4144-AF95-062A35F3064C}" dt="2023-10-08T10:28:52.887" v="561" actId="207"/>
        <pc:sldMkLst>
          <pc:docMk/>
          <pc:sldMk cId="0" sldId="532"/>
        </pc:sldMkLst>
      </pc:sldChg>
      <pc:sldChg chg="del">
        <pc:chgData name="longlonglin" userId="65e6c6b7-2d31-4c1d-9ef2-3b9132fd9160" providerId="ADAL" clId="{0D165A0F-5FBC-4144-AF95-062A35F3064C}" dt="2023-10-04T03:06:52.710" v="0" actId="2696"/>
        <pc:sldMkLst>
          <pc:docMk/>
          <pc:sldMk cId="0" sldId="533"/>
        </pc:sldMkLst>
      </pc:sldChg>
      <pc:sldChg chg="delSp">
        <pc:chgData name="longlonglin" userId="65e6c6b7-2d31-4c1d-9ef2-3b9132fd9160" providerId="ADAL" clId="{0D165A0F-5FBC-4144-AF95-062A35F3064C}" dt="2023-10-04T03:10:02.952" v="27" actId="478"/>
        <pc:sldMkLst>
          <pc:docMk/>
          <pc:sldMk cId="846366922" sldId="534"/>
        </pc:sldMkLst>
      </pc:sldChg>
      <pc:sldChg chg="modSp mod">
        <pc:chgData name="longlonglin" userId="65e6c6b7-2d31-4c1d-9ef2-3b9132fd9160" providerId="ADAL" clId="{0D165A0F-5FBC-4144-AF95-062A35F3064C}" dt="2023-10-04T04:55:21.163" v="439" actId="14100"/>
        <pc:sldMkLst>
          <pc:docMk/>
          <pc:sldMk cId="3640268479" sldId="540"/>
        </pc:sldMkLst>
      </pc:sldChg>
      <pc:sldChg chg="del">
        <pc:chgData name="longlonglin" userId="65e6c6b7-2d31-4c1d-9ef2-3b9132fd9160" providerId="ADAL" clId="{0D165A0F-5FBC-4144-AF95-062A35F3064C}" dt="2023-10-04T03:07:29.149" v="2" actId="2696"/>
        <pc:sldMkLst>
          <pc:docMk/>
          <pc:sldMk cId="846642943" sldId="541"/>
        </pc:sldMkLst>
      </pc:sldChg>
      <pc:sldChg chg="del">
        <pc:chgData name="longlonglin" userId="65e6c6b7-2d31-4c1d-9ef2-3b9132fd9160" providerId="ADAL" clId="{0D165A0F-5FBC-4144-AF95-062A35F3064C}" dt="2023-10-04T03:07:34.902" v="3" actId="2696"/>
        <pc:sldMkLst>
          <pc:docMk/>
          <pc:sldMk cId="3657647883" sldId="542"/>
        </pc:sldMkLst>
      </pc:sldChg>
      <pc:sldChg chg="del">
        <pc:chgData name="longlonglin" userId="65e6c6b7-2d31-4c1d-9ef2-3b9132fd9160" providerId="ADAL" clId="{0D165A0F-5FBC-4144-AF95-062A35F3064C}" dt="2023-10-04T03:07:39.501" v="5" actId="2696"/>
        <pc:sldMkLst>
          <pc:docMk/>
          <pc:sldMk cId="3188559858" sldId="544"/>
        </pc:sldMkLst>
      </pc:sldChg>
      <pc:sldChg chg="del">
        <pc:chgData name="longlonglin" userId="65e6c6b7-2d31-4c1d-9ef2-3b9132fd9160" providerId="ADAL" clId="{0D165A0F-5FBC-4144-AF95-062A35F3064C}" dt="2023-10-04T03:07:36.088" v="4" actId="2696"/>
        <pc:sldMkLst>
          <pc:docMk/>
          <pc:sldMk cId="1363541944" sldId="545"/>
        </pc:sldMkLst>
      </pc:sldChg>
      <pc:sldChg chg="del">
        <pc:chgData name="longlonglin" userId="65e6c6b7-2d31-4c1d-9ef2-3b9132fd9160" providerId="ADAL" clId="{0D165A0F-5FBC-4144-AF95-062A35F3064C}" dt="2023-10-04T03:07:44.659" v="6" actId="2696"/>
        <pc:sldMkLst>
          <pc:docMk/>
          <pc:sldMk cId="2305435142" sldId="547"/>
        </pc:sldMkLst>
      </pc:sldChg>
      <pc:sldChg chg="del">
        <pc:chgData name="longlonglin" userId="65e6c6b7-2d31-4c1d-9ef2-3b9132fd9160" providerId="ADAL" clId="{0D165A0F-5FBC-4144-AF95-062A35F3064C}" dt="2023-10-04T03:07:48.870" v="12" actId="2696"/>
        <pc:sldMkLst>
          <pc:docMk/>
          <pc:sldMk cId="802034841" sldId="549"/>
        </pc:sldMkLst>
      </pc:sldChg>
      <pc:sldChg chg="del">
        <pc:chgData name="longlonglin" userId="65e6c6b7-2d31-4c1d-9ef2-3b9132fd9160" providerId="ADAL" clId="{0D165A0F-5FBC-4144-AF95-062A35F3064C}" dt="2023-10-04T03:07:45.586" v="7" actId="2696"/>
        <pc:sldMkLst>
          <pc:docMk/>
          <pc:sldMk cId="4181566047" sldId="550"/>
        </pc:sldMkLst>
      </pc:sldChg>
      <pc:sldChg chg="del">
        <pc:chgData name="longlonglin" userId="65e6c6b7-2d31-4c1d-9ef2-3b9132fd9160" providerId="ADAL" clId="{0D165A0F-5FBC-4144-AF95-062A35F3064C}" dt="2023-10-04T03:07:48.053" v="11" actId="2696"/>
        <pc:sldMkLst>
          <pc:docMk/>
          <pc:sldMk cId="375822433" sldId="551"/>
        </pc:sldMkLst>
      </pc:sldChg>
      <pc:sldChg chg="del">
        <pc:chgData name="longlonglin" userId="65e6c6b7-2d31-4c1d-9ef2-3b9132fd9160" providerId="ADAL" clId="{0D165A0F-5FBC-4144-AF95-062A35F3064C}" dt="2023-10-04T03:07:47.367" v="10" actId="2696"/>
        <pc:sldMkLst>
          <pc:docMk/>
          <pc:sldMk cId="972264070" sldId="552"/>
        </pc:sldMkLst>
      </pc:sldChg>
      <pc:sldChg chg="del">
        <pc:chgData name="longlonglin" userId="65e6c6b7-2d31-4c1d-9ef2-3b9132fd9160" providerId="ADAL" clId="{0D165A0F-5FBC-4144-AF95-062A35F3064C}" dt="2023-10-04T03:07:46.685" v="9" actId="2696"/>
        <pc:sldMkLst>
          <pc:docMk/>
          <pc:sldMk cId="4128855563" sldId="553"/>
        </pc:sldMkLst>
      </pc:sldChg>
      <pc:sldChg chg="modSp mod">
        <pc:chgData name="longlonglin" userId="65e6c6b7-2d31-4c1d-9ef2-3b9132fd9160" providerId="ADAL" clId="{0D165A0F-5FBC-4144-AF95-062A35F3064C}" dt="2023-10-04T04:51:03.883" v="395" actId="255"/>
        <pc:sldMkLst>
          <pc:docMk/>
          <pc:sldMk cId="3834622533" sldId="554"/>
        </pc:sldMkLst>
      </pc:sldChg>
      <pc:sldChg chg="modSp del">
        <pc:chgData name="longlonglin" userId="65e6c6b7-2d31-4c1d-9ef2-3b9132fd9160" providerId="ADAL" clId="{0D165A0F-5FBC-4144-AF95-062A35F3064C}" dt="2023-10-04T03:23:10.792" v="152" actId="2696"/>
        <pc:sldMkLst>
          <pc:docMk/>
          <pc:sldMk cId="2591330664" sldId="555"/>
        </pc:sldMkLst>
      </pc:sldChg>
      <pc:sldChg chg="del">
        <pc:chgData name="longlonglin" userId="65e6c6b7-2d31-4c1d-9ef2-3b9132fd9160" providerId="ADAL" clId="{0D165A0F-5FBC-4144-AF95-062A35F3064C}" dt="2023-10-04T03:19:35.822" v="119" actId="2696"/>
        <pc:sldMkLst>
          <pc:docMk/>
          <pc:sldMk cId="1021852786" sldId="557"/>
        </pc:sldMkLst>
      </pc:sldChg>
      <pc:sldChg chg="del">
        <pc:chgData name="longlonglin" userId="65e6c6b7-2d31-4c1d-9ef2-3b9132fd9160" providerId="ADAL" clId="{0D165A0F-5FBC-4144-AF95-062A35F3064C}" dt="2023-10-04T03:06:55.200" v="1" actId="2696"/>
        <pc:sldMkLst>
          <pc:docMk/>
          <pc:sldMk cId="1319628423" sldId="558"/>
        </pc:sldMkLst>
      </pc:sldChg>
      <pc:sldChg chg="del">
        <pc:chgData name="longlonglin" userId="65e6c6b7-2d31-4c1d-9ef2-3b9132fd9160" providerId="ADAL" clId="{0D165A0F-5FBC-4144-AF95-062A35F3064C}" dt="2023-10-04T03:07:46.170" v="8" actId="2696"/>
        <pc:sldMkLst>
          <pc:docMk/>
          <pc:sldMk cId="3193042520" sldId="559"/>
        </pc:sldMkLst>
      </pc:sldChg>
      <pc:sldChg chg="del">
        <pc:chgData name="longlonglin" userId="65e6c6b7-2d31-4c1d-9ef2-3b9132fd9160" providerId="ADAL" clId="{0D165A0F-5FBC-4144-AF95-062A35F3064C}" dt="2023-10-04T03:23:28.756" v="153" actId="2696"/>
        <pc:sldMkLst>
          <pc:docMk/>
          <pc:sldMk cId="1303101995" sldId="560"/>
        </pc:sldMkLst>
      </pc:sldChg>
      <pc:sldChg chg="modSp mod">
        <pc:chgData name="longlonglin" userId="65e6c6b7-2d31-4c1d-9ef2-3b9132fd9160" providerId="ADAL" clId="{0D165A0F-5FBC-4144-AF95-062A35F3064C}" dt="2023-10-04T04:51:24.676" v="398" actId="1076"/>
        <pc:sldMkLst>
          <pc:docMk/>
          <pc:sldMk cId="2802378269" sldId="561"/>
        </pc:sldMkLst>
      </pc:sldChg>
      <pc:sldChg chg="modSp mod">
        <pc:chgData name="longlonglin" userId="65e6c6b7-2d31-4c1d-9ef2-3b9132fd9160" providerId="ADAL" clId="{0D165A0F-5FBC-4144-AF95-062A35F3064C}" dt="2023-10-04T04:51:37.008" v="400" actId="255"/>
        <pc:sldMkLst>
          <pc:docMk/>
          <pc:sldMk cId="1829809735" sldId="562"/>
        </pc:sldMkLst>
      </pc:sldChg>
      <pc:sldChg chg="addSp delSp modSp mod modAnim">
        <pc:chgData name="longlonglin" userId="65e6c6b7-2d31-4c1d-9ef2-3b9132fd9160" providerId="ADAL" clId="{0D165A0F-5FBC-4144-AF95-062A35F3064C}" dt="2023-10-04T04:52:50.974" v="415" actId="1076"/>
        <pc:sldMkLst>
          <pc:docMk/>
          <pc:sldMk cId="3665048786" sldId="563"/>
        </pc:sldMkLst>
      </pc:sldChg>
      <pc:sldChg chg="modSp mod modAnim">
        <pc:chgData name="longlonglin" userId="65e6c6b7-2d31-4c1d-9ef2-3b9132fd9160" providerId="ADAL" clId="{0D165A0F-5FBC-4144-AF95-062A35F3064C}" dt="2023-10-04T04:54:32.067" v="433" actId="255"/>
        <pc:sldMkLst>
          <pc:docMk/>
          <pc:sldMk cId="1801543888" sldId="564"/>
        </pc:sldMkLst>
      </pc:sldChg>
      <pc:sldChg chg="modSp mod">
        <pc:chgData name="longlonglin" userId="65e6c6b7-2d31-4c1d-9ef2-3b9132fd9160" providerId="ADAL" clId="{0D165A0F-5FBC-4144-AF95-062A35F3064C}" dt="2023-10-04T04:54:03.390" v="429" actId="1076"/>
        <pc:sldMkLst>
          <pc:docMk/>
          <pc:sldMk cId="504313302" sldId="565"/>
        </pc:sldMkLst>
      </pc:sldChg>
      <pc:sldChg chg="modSp mod">
        <pc:chgData name="longlonglin" userId="65e6c6b7-2d31-4c1d-9ef2-3b9132fd9160" providerId="ADAL" clId="{0D165A0F-5FBC-4144-AF95-062A35F3064C}" dt="2023-10-04T04:53:43.474" v="425" actId="1076"/>
        <pc:sldMkLst>
          <pc:docMk/>
          <pc:sldMk cId="1957151522" sldId="566"/>
        </pc:sldMkLst>
      </pc:sldChg>
      <pc:sldChg chg="modSp mod modAnim">
        <pc:chgData name="longlonglin" userId="65e6c6b7-2d31-4c1d-9ef2-3b9132fd9160" providerId="ADAL" clId="{0D165A0F-5FBC-4144-AF95-062A35F3064C}" dt="2023-10-04T04:53:07.555" v="418" actId="255"/>
        <pc:sldMkLst>
          <pc:docMk/>
          <pc:sldMk cId="1747554369" sldId="567"/>
        </pc:sldMkLst>
      </pc:sldChg>
      <pc:sldChg chg="modSp mod">
        <pc:chgData name="longlonglin" userId="65e6c6b7-2d31-4c1d-9ef2-3b9132fd9160" providerId="ADAL" clId="{0D165A0F-5FBC-4144-AF95-062A35F3064C}" dt="2023-10-04T04:54:52.489" v="437" actId="1076"/>
        <pc:sldMkLst>
          <pc:docMk/>
          <pc:sldMk cId="3386800146" sldId="568"/>
        </pc:sldMkLst>
      </pc:sldChg>
      <pc:sldChg chg="modSp">
        <pc:chgData name="longlonglin" userId="65e6c6b7-2d31-4c1d-9ef2-3b9132fd9160" providerId="ADAL" clId="{0D165A0F-5FBC-4144-AF95-062A35F3064C}" dt="2023-10-04T03:58:04.137" v="320" actId="20577"/>
        <pc:sldMkLst>
          <pc:docMk/>
          <pc:sldMk cId="2295699105" sldId="570"/>
        </pc:sldMkLst>
      </pc:sldChg>
      <pc:sldChg chg="modSp">
        <pc:chgData name="longlonglin" userId="65e6c6b7-2d31-4c1d-9ef2-3b9132fd9160" providerId="ADAL" clId="{0D165A0F-5FBC-4144-AF95-062A35F3064C}" dt="2023-10-04T03:58:45.393" v="343" actId="20577"/>
        <pc:sldMkLst>
          <pc:docMk/>
          <pc:sldMk cId="1938227029" sldId="571"/>
        </pc:sldMkLst>
      </pc:sldChg>
      <pc:sldChg chg="modSp mod">
        <pc:chgData name="longlonglin" userId="65e6c6b7-2d31-4c1d-9ef2-3b9132fd9160" providerId="ADAL" clId="{0D165A0F-5FBC-4144-AF95-062A35F3064C}" dt="2023-10-04T04:13:56.198" v="358"/>
        <pc:sldMkLst>
          <pc:docMk/>
          <pc:sldMk cId="1407443788" sldId="587"/>
        </pc:sldMkLst>
      </pc:sldChg>
      <pc:sldChg chg="modSp mod">
        <pc:chgData name="longlonglin" userId="65e6c6b7-2d31-4c1d-9ef2-3b9132fd9160" providerId="ADAL" clId="{0D165A0F-5FBC-4144-AF95-062A35F3064C}" dt="2023-10-04T04:13:52.329" v="356" actId="21"/>
        <pc:sldMkLst>
          <pc:docMk/>
          <pc:sldMk cId="661183246" sldId="588"/>
        </pc:sldMkLst>
      </pc:sldChg>
      <pc:sldChg chg="modSp mod">
        <pc:chgData name="longlonglin" userId="65e6c6b7-2d31-4c1d-9ef2-3b9132fd9160" providerId="ADAL" clId="{0D165A0F-5FBC-4144-AF95-062A35F3064C}" dt="2023-10-04T04:44:48.731" v="359" actId="20577"/>
        <pc:sldMkLst>
          <pc:docMk/>
          <pc:sldMk cId="1300218100" sldId="594"/>
        </pc:sldMkLst>
      </pc:sldChg>
      <pc:sldChg chg="addSp delSp modSp add del">
        <pc:chgData name="longlonglin" userId="65e6c6b7-2d31-4c1d-9ef2-3b9132fd9160" providerId="ADAL" clId="{0D165A0F-5FBC-4144-AF95-062A35F3064C}" dt="2023-10-04T03:12:06.004" v="34" actId="2696"/>
        <pc:sldMkLst>
          <pc:docMk/>
          <pc:sldMk cId="1575692904" sldId="601"/>
        </pc:sldMkLst>
      </pc:sldChg>
      <pc:sldChg chg="addSp delSp modSp add mod ord">
        <pc:chgData name="longlonglin" userId="65e6c6b7-2d31-4c1d-9ef2-3b9132fd9160" providerId="ADAL" clId="{0D165A0F-5FBC-4144-AF95-062A35F3064C}" dt="2023-10-04T04:55:50.326" v="440" actId="1076"/>
        <pc:sldMkLst>
          <pc:docMk/>
          <pc:sldMk cId="2541981512" sldId="602"/>
        </pc:sldMkLst>
      </pc:sldChg>
      <pc:sldChg chg="delSp modSp add mod ord delAnim">
        <pc:chgData name="longlonglin" userId="65e6c6b7-2d31-4c1d-9ef2-3b9132fd9160" providerId="ADAL" clId="{0D165A0F-5FBC-4144-AF95-062A35F3064C}" dt="2023-10-04T04:52:22.697" v="408" actId="20578"/>
        <pc:sldMkLst>
          <pc:docMk/>
          <pc:sldMk cId="1224987323" sldId="603"/>
        </pc:sldMkLst>
      </pc:sldChg>
      <pc:sldMasterChg chg="modSldLayout">
        <pc:chgData name="longlonglin" userId="65e6c6b7-2d31-4c1d-9ef2-3b9132fd9160" providerId="ADAL" clId="{0D165A0F-5FBC-4144-AF95-062A35F3064C}" dt="2023-10-04T03:13:28.133" v="81" actId="478"/>
        <pc:sldMasterMkLst>
          <pc:docMk/>
          <pc:sldMasterMk cId="2668500973" sldId="2147483753"/>
        </pc:sldMasterMkLst>
        <pc:sldLayoutChg chg="delSp modSp mod">
          <pc:chgData name="longlonglin" userId="65e6c6b7-2d31-4c1d-9ef2-3b9132fd9160" providerId="ADAL" clId="{0D165A0F-5FBC-4144-AF95-062A35F3064C}" dt="2023-10-04T03:08:19.174" v="16" actId="478"/>
          <pc:sldLayoutMkLst>
            <pc:docMk/>
            <pc:sldMasterMk cId="2668500973" sldId="2147483753"/>
            <pc:sldLayoutMk cId="1212444520" sldId="2147483754"/>
          </pc:sldLayoutMkLst>
        </pc:sldLayoutChg>
        <pc:sldLayoutChg chg="delSp modSp mod">
          <pc:chgData name="longlonglin" userId="65e6c6b7-2d31-4c1d-9ef2-3b9132fd9160" providerId="ADAL" clId="{0D165A0F-5FBC-4144-AF95-062A35F3064C}" dt="2023-10-04T03:13:28.133" v="81" actId="478"/>
          <pc:sldLayoutMkLst>
            <pc:docMk/>
            <pc:sldMasterMk cId="2668500973" sldId="2147483753"/>
            <pc:sldLayoutMk cId="155417602" sldId="2147483756"/>
          </pc:sldLayoutMkLst>
        </pc:sldLayoutChg>
        <pc:sldLayoutChg chg="delSp mod">
          <pc:chgData name="longlonglin" userId="65e6c6b7-2d31-4c1d-9ef2-3b9132fd9160" providerId="ADAL" clId="{0D165A0F-5FBC-4144-AF95-062A35F3064C}" dt="2023-10-04T03:08:27.359" v="18" actId="478"/>
          <pc:sldLayoutMkLst>
            <pc:docMk/>
            <pc:sldMasterMk cId="2668500973" sldId="2147483753"/>
            <pc:sldLayoutMk cId="2965465113" sldId="2147483757"/>
          </pc:sldLayoutMkLst>
        </pc:sldLayoutChg>
        <pc:sldLayoutChg chg="delSp mod">
          <pc:chgData name="longlonglin" userId="65e6c6b7-2d31-4c1d-9ef2-3b9132fd9160" providerId="ADAL" clId="{0D165A0F-5FBC-4144-AF95-062A35F3064C}" dt="2023-10-04T03:13:16" v="79" actId="478"/>
          <pc:sldLayoutMkLst>
            <pc:docMk/>
            <pc:sldMasterMk cId="2668500973" sldId="2147483753"/>
            <pc:sldLayoutMk cId="3180825035" sldId="2147483758"/>
          </pc:sldLayoutMkLst>
        </pc:sldLayoutChg>
        <pc:sldLayoutChg chg="delSp mod">
          <pc:chgData name="longlonglin" userId="65e6c6b7-2d31-4c1d-9ef2-3b9132fd9160" providerId="ADAL" clId="{0D165A0F-5FBC-4144-AF95-062A35F3064C}" dt="2023-10-04T03:13:18.710" v="80" actId="478"/>
          <pc:sldLayoutMkLst>
            <pc:docMk/>
            <pc:sldMasterMk cId="2668500973" sldId="2147483753"/>
            <pc:sldLayoutMk cId="1795659894" sldId="21474837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77ADA9-9D0B-42DC-94FF-BBDB68110F2F}" type="datetimeFigureOut">
              <a:rPr lang="zh-CN" altLang="en-US" smtClean="0"/>
              <a:t>2025/9/28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1B552-615F-42DA-85F2-80E7008928A8}" type="slidenum">
              <a:rPr lang="zh-CN" altLang="en-US" smtClean="0"/>
              <a:t>‹#›</a:t>
            </a:fld>
            <a:endParaRPr lang="zh-CN" altLang="en-US"/>
          </a:p>
        </p:txBody>
      </p:sp>
    </p:spTree>
    <p:extLst>
      <p:ext uri="{BB962C8B-B14F-4D97-AF65-F5344CB8AC3E}">
        <p14:creationId xmlns:p14="http://schemas.microsoft.com/office/powerpoint/2010/main" val="2975812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8</a:t>
            </a:fld>
            <a:endParaRPr lang="zh-CN" altLang="en-US"/>
          </a:p>
        </p:txBody>
      </p:sp>
    </p:spTree>
    <p:extLst>
      <p:ext uri="{BB962C8B-B14F-4D97-AF65-F5344CB8AC3E}">
        <p14:creationId xmlns:p14="http://schemas.microsoft.com/office/powerpoint/2010/main" val="2256034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10</a:t>
            </a:fld>
            <a:endParaRPr lang="zh-CN" altLang="en-US"/>
          </a:p>
        </p:txBody>
      </p:sp>
    </p:spTree>
    <p:extLst>
      <p:ext uri="{BB962C8B-B14F-4D97-AF65-F5344CB8AC3E}">
        <p14:creationId xmlns:p14="http://schemas.microsoft.com/office/powerpoint/2010/main" val="970308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11</a:t>
            </a:fld>
            <a:endParaRPr lang="zh-CN" altLang="en-US"/>
          </a:p>
        </p:txBody>
      </p:sp>
    </p:spTree>
    <p:extLst>
      <p:ext uri="{BB962C8B-B14F-4D97-AF65-F5344CB8AC3E}">
        <p14:creationId xmlns:p14="http://schemas.microsoft.com/office/powerpoint/2010/main" val="1508875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TextEdit="1"/>
          </p:cNvSpPr>
          <p:nvPr>
            <p:ph type="sldImg"/>
          </p:nvPr>
        </p:nvSpPr>
        <p:spPr>
          <a:xfrm>
            <a:off x="685800" y="1143000"/>
            <a:ext cx="5486400" cy="3086100"/>
          </a:xfrm>
          <a:ln/>
        </p:spPr>
      </p:sp>
      <p:sp>
        <p:nvSpPr>
          <p:cNvPr id="226307" name="Rectangle 3"/>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31029802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封面">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D988FA9-2E2D-4AB0-A235-FBD36981BD92}"/>
              </a:ext>
            </a:extLst>
          </p:cNvPr>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charset="0"/>
            </a:endParaRPr>
          </a:p>
        </p:txBody>
      </p:sp>
      <p:pic>
        <p:nvPicPr>
          <p:cNvPr id="4" name="图片 3">
            <a:extLst>
              <a:ext uri="{FF2B5EF4-FFF2-40B4-BE49-F238E27FC236}">
                <a16:creationId xmlns:a16="http://schemas.microsoft.com/office/drawing/2014/main" id="{061F578E-A0F4-4755-A6A7-115875A341D0}"/>
              </a:ext>
            </a:extLst>
          </p:cNvPr>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标题 14"/>
          <p:cNvSpPr>
            <a:spLocks noGrp="1"/>
          </p:cNvSpPr>
          <p:nvPr>
            <p:ph type="title"/>
          </p:nvPr>
        </p:nvSpPr>
        <p:spPr>
          <a:xfrm>
            <a:off x="5926234" y="2706149"/>
            <a:ext cx="5889861" cy="692150"/>
          </a:xfrm>
        </p:spPr>
        <p:txBody>
          <a:bodyPr/>
          <a:lstStyle>
            <a:lvl1pPr algn="ctr">
              <a:defRPr sz="3600" b="1" baseline="0">
                <a:solidFill>
                  <a:schemeClr val="bg1"/>
                </a:solidFill>
                <a:latin typeface="Times New Roman" pitchFamily="18" charset="0"/>
                <a:ea typeface="宋体" panose="02010600030101010101" pitchFamily="2" charset="-122"/>
              </a:defRPr>
            </a:lvl1pPr>
          </a:lstStyle>
          <a:p>
            <a:r>
              <a:rPr lang="zh-CN" altLang="en-US" noProof="1"/>
              <a:t>单击此处编辑母版标题样式</a:t>
            </a:r>
          </a:p>
        </p:txBody>
      </p:sp>
      <p:sp>
        <p:nvSpPr>
          <p:cNvPr id="9" name="日期占位符 1">
            <a:extLst>
              <a:ext uri="{FF2B5EF4-FFF2-40B4-BE49-F238E27FC236}">
                <a16:creationId xmlns:a16="http://schemas.microsoft.com/office/drawing/2014/main" id="{A8B955FF-0328-444B-A955-07F9EAF2D019}"/>
              </a:ext>
            </a:extLst>
          </p:cNvPr>
          <p:cNvSpPr>
            <a:spLocks noGrp="1"/>
          </p:cNvSpPr>
          <p:nvPr>
            <p:ph type="dt" sz="half" idx="10"/>
          </p:nvPr>
        </p:nvSpPr>
        <p:spPr/>
        <p:txBody>
          <a:bodyPr/>
          <a:lstStyle>
            <a:lvl1pPr>
              <a:defRPr baseline="0">
                <a:latin typeface="Times New Roman" panose="02020603050405020304" pitchFamily="18" charset="0"/>
                <a:ea typeface="宋体" panose="02010600030101010101" pitchFamily="2" charset="-122"/>
              </a:defRPr>
            </a:lvl1pPr>
          </a:lstStyle>
          <a:p>
            <a:fld id="{C5EFD6F6-2F20-4B1A-A667-B95C1338A7FC}" type="datetime5">
              <a:rPr lang="zh-CN" altLang="en-US" smtClean="0"/>
              <a:pPr/>
              <a:t>2025/9/28</a:t>
            </a:fld>
            <a:endParaRPr lang="zh-CN" altLang="en-US" dirty="0"/>
          </a:p>
        </p:txBody>
      </p:sp>
      <p:sp>
        <p:nvSpPr>
          <p:cNvPr id="10" name="页脚占位符 2">
            <a:extLst>
              <a:ext uri="{FF2B5EF4-FFF2-40B4-BE49-F238E27FC236}">
                <a16:creationId xmlns:a16="http://schemas.microsoft.com/office/drawing/2014/main" id="{7A08F8AE-EBF9-468B-B7DA-6C4177987749}"/>
              </a:ext>
            </a:extLst>
          </p:cNvPr>
          <p:cNvSpPr>
            <a:spLocks noGrp="1"/>
          </p:cNvSpPr>
          <p:nvPr>
            <p:ph type="ftr" sz="quarter" idx="11"/>
          </p:nvPr>
        </p:nvSpPr>
        <p:spPr/>
        <p:txBody>
          <a:bodyPr/>
          <a:lstStyle>
            <a:lvl1pPr>
              <a:defRPr baseline="0">
                <a:latin typeface="Times New Roman" panose="02020603050405020304" pitchFamily="18" charset="0"/>
                <a:ea typeface="宋体" panose="02010600030101010101" pitchFamily="2" charset="-122"/>
              </a:defRPr>
            </a:lvl1pPr>
          </a:lstStyle>
          <a:p>
            <a:pPr>
              <a:defRPr/>
            </a:pPr>
            <a:endParaRPr lang="zh-CN" altLang="en-US"/>
          </a:p>
        </p:txBody>
      </p:sp>
      <p:sp>
        <p:nvSpPr>
          <p:cNvPr id="11" name="灯片编号占位符 3">
            <a:extLst>
              <a:ext uri="{FF2B5EF4-FFF2-40B4-BE49-F238E27FC236}">
                <a16:creationId xmlns:a16="http://schemas.microsoft.com/office/drawing/2014/main" id="{95ED2846-0561-49EC-99AC-42118DC01ACA}"/>
              </a:ext>
            </a:extLst>
          </p:cNvPr>
          <p:cNvSpPr>
            <a:spLocks noGrp="1"/>
          </p:cNvSpPr>
          <p:nvPr>
            <p:ph type="sldNum" sz="quarter" idx="12"/>
          </p:nvPr>
        </p:nvSpPr>
        <p:spPr/>
        <p:txBody>
          <a:bodyPr/>
          <a:lstStyle>
            <a:lvl1pPr>
              <a:defRPr baseline="0">
                <a:latin typeface="Times New Roman" panose="02020603050405020304" pitchFamily="18" charset="0"/>
                <a:ea typeface="宋体" panose="02010600030101010101" pitchFamily="2" charset="-122"/>
              </a:defRPr>
            </a:lvl1pPr>
          </a:lstStyle>
          <a:p>
            <a:pPr>
              <a:defRPr/>
            </a:pPr>
            <a:fld id="{87765BD0-8639-4309-B2A4-CEF6862AE3FC}" type="slidenum">
              <a:rPr lang="zh-CN" altLang="en-US" smtClean="0"/>
              <a:pPr>
                <a:defRPr/>
              </a:pPr>
              <a:t>‹#›</a:t>
            </a:fld>
            <a:endParaRPr lang="zh-CN" altLang="en-US"/>
          </a:p>
        </p:txBody>
      </p:sp>
      <p:sp>
        <p:nvSpPr>
          <p:cNvPr id="12" name="矩形 11">
            <a:extLst>
              <a:ext uri="{FF2B5EF4-FFF2-40B4-BE49-F238E27FC236}">
                <a16:creationId xmlns:a16="http://schemas.microsoft.com/office/drawing/2014/main" id="{AB399F86-16E9-4431-B20F-1CE198BBC434}"/>
              </a:ext>
            </a:extLst>
          </p:cNvPr>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2" baseline="0" dirty="0">
              <a:solidFill>
                <a:schemeClr val="bg1"/>
              </a:solidFill>
              <a:latin typeface="Times New Roman" panose="02020603050405020304" pitchFamily="18" charset="0"/>
              <a:ea typeface="宋体" panose="02010600030101010101" pitchFamily="2" charset="-122"/>
              <a:cs typeface="宋体" charset="0"/>
            </a:endParaRPr>
          </a:p>
        </p:txBody>
      </p:sp>
      <p:pic>
        <p:nvPicPr>
          <p:cNvPr id="13" name="图片 12" descr="AW视觉符号.jpg">
            <a:extLst>
              <a:ext uri="{FF2B5EF4-FFF2-40B4-BE49-F238E27FC236}">
                <a16:creationId xmlns:a16="http://schemas.microsoft.com/office/drawing/2014/main" id="{D7E4463B-D75A-455D-9120-ED8B6C57DB54}"/>
              </a:ext>
            </a:extLst>
          </p:cNvPr>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12444520"/>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纯内容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8BBD29A0-7238-44B5-B95C-C6A0C7A8EA53}"/>
              </a:ext>
            </a:extLst>
          </p:cNvPr>
          <p:cNvSpPr>
            <a:spLocks noChangeArrowheads="1"/>
          </p:cNvSpPr>
          <p:nvPr/>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80604020202020204" pitchFamily="34" charset="0"/>
                <a:ea typeface="宋体" pitchFamily="2" charset="-122"/>
              </a:defRPr>
            </a:lvl1pPr>
            <a:lvl2pPr marL="742950" indent="-285750">
              <a:defRPr sz="900">
                <a:solidFill>
                  <a:srgbClr val="000000"/>
                </a:solidFill>
                <a:latin typeface="Arial" panose="02080604020202020204" pitchFamily="34" charset="0"/>
                <a:ea typeface="宋体" pitchFamily="2" charset="-122"/>
              </a:defRPr>
            </a:lvl2pPr>
            <a:lvl3pPr marL="1143000" indent="-228600">
              <a:defRPr sz="900">
                <a:solidFill>
                  <a:srgbClr val="000000"/>
                </a:solidFill>
                <a:latin typeface="Arial" panose="02080604020202020204" pitchFamily="34" charset="0"/>
                <a:ea typeface="宋体" pitchFamily="2" charset="-122"/>
              </a:defRPr>
            </a:lvl3pPr>
            <a:lvl4pPr marL="1600200" indent="-228600">
              <a:defRPr sz="900">
                <a:solidFill>
                  <a:srgbClr val="000000"/>
                </a:solidFill>
                <a:latin typeface="Arial" panose="02080604020202020204" pitchFamily="34" charset="0"/>
                <a:ea typeface="宋体" pitchFamily="2" charset="-122"/>
              </a:defRPr>
            </a:lvl4pPr>
            <a:lvl5pPr marL="2057400" indent="-228600">
              <a:defRPr sz="900">
                <a:solidFill>
                  <a:srgbClr val="000000"/>
                </a:solidFill>
                <a:latin typeface="Arial" panose="02080604020202020204" pitchFamily="34" charset="0"/>
                <a:ea typeface="宋体" pitchFamily="2" charset="-122"/>
              </a:defRPr>
            </a:lvl5pPr>
            <a:lvl6pPr marL="25146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6pPr>
            <a:lvl7pPr marL="29718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7pPr>
            <a:lvl8pPr marL="34290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8pPr>
            <a:lvl9pPr marL="38862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9pPr>
          </a:lstStyle>
          <a:p>
            <a:pPr algn="ctr" fontAlgn="auto">
              <a:spcBef>
                <a:spcPct val="50000"/>
              </a:spcBef>
              <a:spcAft>
                <a:spcPts val="0"/>
              </a:spcAft>
              <a:defRPr/>
            </a:pPr>
            <a:endParaRPr lang="zh-CN" altLang="en-US" sz="950"/>
          </a:p>
        </p:txBody>
      </p:sp>
      <p:sp>
        <p:nvSpPr>
          <p:cNvPr id="9" name="AutoShape 23">
            <a:extLst>
              <a:ext uri="{FF2B5EF4-FFF2-40B4-BE49-F238E27FC236}">
                <a16:creationId xmlns:a16="http://schemas.microsoft.com/office/drawing/2014/main" id="{0B740AF4-4F4A-423C-AE67-DC3438642124}"/>
              </a:ext>
            </a:extLst>
          </p:cNvPr>
          <p:cNvSpPr>
            <a:spLocks noChangeArrowheads="1"/>
          </p:cNvSpPr>
          <p:nvPr/>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80604020202020204" pitchFamily="34" charset="0"/>
                <a:ea typeface="宋体" pitchFamily="2" charset="-122"/>
              </a:defRPr>
            </a:lvl1pPr>
            <a:lvl2pPr marL="742950" indent="-285750">
              <a:defRPr sz="900">
                <a:solidFill>
                  <a:srgbClr val="000000"/>
                </a:solidFill>
                <a:latin typeface="Arial" panose="02080604020202020204" pitchFamily="34" charset="0"/>
                <a:ea typeface="宋体" pitchFamily="2" charset="-122"/>
              </a:defRPr>
            </a:lvl2pPr>
            <a:lvl3pPr marL="1143000" indent="-228600">
              <a:defRPr sz="900">
                <a:solidFill>
                  <a:srgbClr val="000000"/>
                </a:solidFill>
                <a:latin typeface="Arial" panose="02080604020202020204" pitchFamily="34" charset="0"/>
                <a:ea typeface="宋体" pitchFamily="2" charset="-122"/>
              </a:defRPr>
            </a:lvl3pPr>
            <a:lvl4pPr marL="1600200" indent="-228600">
              <a:defRPr sz="900">
                <a:solidFill>
                  <a:srgbClr val="000000"/>
                </a:solidFill>
                <a:latin typeface="Arial" panose="02080604020202020204" pitchFamily="34" charset="0"/>
                <a:ea typeface="宋体" pitchFamily="2" charset="-122"/>
              </a:defRPr>
            </a:lvl4pPr>
            <a:lvl5pPr marL="2057400" indent="-228600">
              <a:defRPr sz="900">
                <a:solidFill>
                  <a:srgbClr val="000000"/>
                </a:solidFill>
                <a:latin typeface="Arial" panose="02080604020202020204" pitchFamily="34" charset="0"/>
                <a:ea typeface="宋体" pitchFamily="2" charset="-122"/>
              </a:defRPr>
            </a:lvl5pPr>
            <a:lvl6pPr marL="25146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6pPr>
            <a:lvl7pPr marL="29718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7pPr>
            <a:lvl8pPr marL="34290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8pPr>
            <a:lvl9pPr marL="38862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9pPr>
          </a:lstStyle>
          <a:p>
            <a:pPr algn="ctr" fontAlgn="auto">
              <a:spcBef>
                <a:spcPct val="50000"/>
              </a:spcBef>
              <a:spcAft>
                <a:spcPts val="0"/>
              </a:spcAft>
              <a:defRPr/>
            </a:pPr>
            <a:endParaRPr lang="zh-CN" altLang="en-US" sz="950"/>
          </a:p>
        </p:txBody>
      </p:sp>
      <p:sp>
        <p:nvSpPr>
          <p:cNvPr id="4" name="内容占位符 2"/>
          <p:cNvSpPr>
            <a:spLocks noGrp="1"/>
          </p:cNvSpPr>
          <p:nvPr>
            <p:ph idx="1" hasCustomPrompt="1"/>
          </p:nvPr>
        </p:nvSpPr>
        <p:spPr>
          <a:xfrm>
            <a:off x="423819" y="1104181"/>
            <a:ext cx="11107601" cy="5052713"/>
          </a:xfrm>
        </p:spPr>
        <p:txBody>
          <a:bodyPr>
            <a:noAutofit/>
          </a:bodyPr>
          <a:lstStyle>
            <a:lvl1pPr marL="362585" indent="-362585">
              <a:lnSpc>
                <a:spcPct val="150000"/>
              </a:lnSpc>
              <a:buClr>
                <a:srgbClr val="032089"/>
              </a:buClr>
              <a:buFont typeface="Wingdings" panose="05000000000000000000" pitchFamily="2" charset="2"/>
              <a:buChar char="Ø"/>
              <a:defRPr sz="18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anose="05000000000000000000" pitchFamily="2" charset="2"/>
              <a:buChar char="l"/>
              <a:defRPr sz="2330"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noProof="1"/>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微软雅黑" pitchFamily="34" charset="-122"/>
                <a:cs typeface="Times New Roman" pitchFamily="18" charset="0"/>
              </a:defRPr>
            </a:lvl1pPr>
          </a:lstStyle>
          <a:p>
            <a:r>
              <a:rPr lang="zh-CN" altLang="en-US" noProof="1"/>
              <a:t>单击此处编辑标题</a:t>
            </a:r>
          </a:p>
        </p:txBody>
      </p:sp>
      <p:sp>
        <p:nvSpPr>
          <p:cNvPr id="14" name="Rectangle 12">
            <a:extLst>
              <a:ext uri="{FF2B5EF4-FFF2-40B4-BE49-F238E27FC236}">
                <a16:creationId xmlns:a16="http://schemas.microsoft.com/office/drawing/2014/main" id="{A2D24DE0-0B15-48E7-8E75-02A74570B4C9}"/>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208AC6BD-3718-4D52-9733-FC7DF5C6A871}"/>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978BAF7F-56DC-424B-84DA-BEFE36755554}"/>
              </a:ext>
            </a:extLst>
          </p:cNvPr>
          <p:cNvCxnSpPr>
            <a:endCxn id="14"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176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小标题+内容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0685CE8C-B9A8-46A0-ADB9-4D39BDC2C2F4}"/>
              </a:ext>
            </a:extLst>
          </p:cNvPr>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9" name="AutoShape 23">
            <a:extLst>
              <a:ext uri="{FF2B5EF4-FFF2-40B4-BE49-F238E27FC236}">
                <a16:creationId xmlns:a16="http://schemas.microsoft.com/office/drawing/2014/main" id="{F38BE64D-19F8-41E3-B759-05846120B7B5}"/>
              </a:ext>
            </a:extLst>
          </p:cNvPr>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822" indent="-362822">
              <a:lnSpc>
                <a:spcPct val="150000"/>
              </a:lnSpc>
              <a:buClr>
                <a:srgbClr val="032089"/>
              </a:buClr>
              <a:buFont typeface="Wingdings" pitchFamily="2" charset="2"/>
              <a:buChar char="Ø"/>
              <a:defRPr sz="18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itchFamily="2" charset="2"/>
              <a:buChar char="l"/>
              <a:defRPr sz="2328"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dirty="0"/>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2000" b="0" baseline="0" dirty="0" smtClean="0">
                <a:latin typeface="Times New Roman" panose="02020603050405020304" pitchFamily="18" charset="0"/>
                <a:ea typeface="宋体" panose="02010600030101010101" pitchFamily="2" charset="-122"/>
                <a:cs typeface="Times New Roman" pitchFamily="18" charset="0"/>
              </a:defRPr>
            </a:lvl1pPr>
          </a:lstStyle>
          <a:p>
            <a:pPr lvl="0"/>
            <a:r>
              <a:rPr lang="zh-CN" altLang="en-US" dirty="0"/>
              <a:t>单击此处编辑标题</a:t>
            </a:r>
          </a:p>
        </p:txBody>
      </p:sp>
      <p:sp>
        <p:nvSpPr>
          <p:cNvPr id="13" name="Rectangle 12">
            <a:extLst>
              <a:ext uri="{FF2B5EF4-FFF2-40B4-BE49-F238E27FC236}">
                <a16:creationId xmlns:a16="http://schemas.microsoft.com/office/drawing/2014/main" id="{23E685D1-52E2-447A-8BDC-82E3F6649B2F}"/>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9D958389-79F9-4EE7-990A-F5ACF45F1CEB}"/>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EE50CB72-65DA-4EE6-BD36-155649A03B42}"/>
              </a:ext>
            </a:extLst>
          </p:cNvPr>
          <p:cNvCxnSpPr>
            <a:endCxn id="13"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82503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程序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0685CE8C-B9A8-46A0-ADB9-4D39BDC2C2F4}"/>
              </a:ext>
            </a:extLst>
          </p:cNvPr>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9" name="AutoShape 23">
            <a:extLst>
              <a:ext uri="{FF2B5EF4-FFF2-40B4-BE49-F238E27FC236}">
                <a16:creationId xmlns:a16="http://schemas.microsoft.com/office/drawing/2014/main" id="{F38BE64D-19F8-41E3-B759-05846120B7B5}"/>
              </a:ext>
            </a:extLst>
          </p:cNvPr>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822" indent="-362822">
              <a:lnSpc>
                <a:spcPct val="150000"/>
              </a:lnSpc>
              <a:buClr>
                <a:srgbClr val="032089"/>
              </a:buClr>
              <a:buFont typeface="Arial" panose="020B0604020202020204" pitchFamily="34" charset="0"/>
              <a:buChar char="•"/>
              <a:defRPr sz="16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itchFamily="2" charset="2"/>
              <a:buChar char="l"/>
              <a:defRPr sz="2328"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dirty="0"/>
              <a:t>此处编辑具体代码</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1800" b="0" baseline="0" dirty="0" smtClean="0">
                <a:latin typeface="Times New Roman" panose="02020603050405020304" pitchFamily="18" charset="0"/>
                <a:ea typeface="宋体" panose="02010600030101010101" pitchFamily="2" charset="-122"/>
                <a:cs typeface="Times New Roman" pitchFamily="18" charset="0"/>
              </a:defRPr>
            </a:lvl1pPr>
          </a:lstStyle>
          <a:p>
            <a:pPr lvl="0"/>
            <a:r>
              <a:rPr lang="zh-CN" altLang="en-US" dirty="0"/>
              <a:t>单击此处编辑这个代码是干嘛的</a:t>
            </a:r>
          </a:p>
        </p:txBody>
      </p:sp>
      <p:sp>
        <p:nvSpPr>
          <p:cNvPr id="13" name="Rectangle 12">
            <a:extLst>
              <a:ext uri="{FF2B5EF4-FFF2-40B4-BE49-F238E27FC236}">
                <a16:creationId xmlns:a16="http://schemas.microsoft.com/office/drawing/2014/main" id="{C134D4F9-F9CE-4E38-AAF8-AF5708C0329A}"/>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20F17CE7-CA26-4896-9CF7-099E7E619D02}"/>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8B41BABD-DCF7-4F11-B75F-DFD95CD5D6B8}"/>
              </a:ext>
            </a:extLst>
          </p:cNvPr>
          <p:cNvCxnSpPr>
            <a:endCxn id="13"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565989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尾页">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359FCFE-780C-4DC9-BB8F-C2871BF58111}"/>
              </a:ext>
            </a:extLst>
          </p:cNvPr>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charset="0"/>
            </a:endParaRPr>
          </a:p>
        </p:txBody>
      </p:sp>
      <p:sp>
        <p:nvSpPr>
          <p:cNvPr id="3" name="Title 1">
            <a:extLst>
              <a:ext uri="{FF2B5EF4-FFF2-40B4-BE49-F238E27FC236}">
                <a16:creationId xmlns:a16="http://schemas.microsoft.com/office/drawing/2014/main" id="{B6754C84-BAA5-4112-B60B-5975A15E65C9}"/>
              </a:ext>
            </a:extLst>
          </p:cNvPr>
          <p:cNvSpPr txBox="1"/>
          <p:nvPr/>
        </p:nvSpPr>
        <p:spPr>
          <a:xfrm>
            <a:off x="5108398" y="2071633"/>
            <a:ext cx="7082050" cy="1653849"/>
          </a:xfrm>
          <a:prstGeom prst="rect">
            <a:avLst/>
          </a:prstGeom>
        </p:spPr>
        <p:txBody>
          <a:bodyPr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itchFamily="34" charset="-122"/>
                <a:ea typeface="微软雅黑" pitchFamily="34" charset="-122"/>
                <a:cs typeface="+mn-cs"/>
              </a:defRPr>
            </a:lvl1pPr>
          </a:lstStyle>
          <a:p>
            <a:pPr>
              <a:defRPr/>
            </a:pPr>
            <a:r>
              <a:rPr altLang="zh-CN"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D1EC14CD-6350-48A6-ACBC-3346C739B2E8}"/>
              </a:ext>
            </a:extLst>
          </p:cNvPr>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矩形 7">
            <a:extLst>
              <a:ext uri="{FF2B5EF4-FFF2-40B4-BE49-F238E27FC236}">
                <a16:creationId xmlns:a16="http://schemas.microsoft.com/office/drawing/2014/main" id="{FFC05FF0-3C6D-40B6-B7AE-AEF6D6B9B481}"/>
              </a:ext>
            </a:extLst>
          </p:cNvPr>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2" baseline="0" dirty="0">
              <a:solidFill>
                <a:srgbClr val="FFFFFF"/>
              </a:solidFill>
              <a:latin typeface="Times New Roman" panose="02020603050405020304" pitchFamily="18" charset="0"/>
              <a:ea typeface="宋体" panose="02010600030101010101" pitchFamily="2" charset="-122"/>
              <a:cs typeface="宋体" charset="0"/>
            </a:endParaRPr>
          </a:p>
        </p:txBody>
      </p:sp>
      <p:sp>
        <p:nvSpPr>
          <p:cNvPr id="9" name="Title 1">
            <a:extLst>
              <a:ext uri="{FF2B5EF4-FFF2-40B4-BE49-F238E27FC236}">
                <a16:creationId xmlns:a16="http://schemas.microsoft.com/office/drawing/2014/main" id="{F06D40D0-C995-4C96-B0A0-0AD791FC5A57}"/>
              </a:ext>
            </a:extLst>
          </p:cNvPr>
          <p:cNvSpPr txBox="1">
            <a:spLocks/>
          </p:cNvSpPr>
          <p:nvPr userDrawn="1"/>
        </p:nvSpPr>
        <p:spPr>
          <a:xfrm>
            <a:off x="5003623" y="1657613"/>
            <a:ext cx="7082051" cy="1653849"/>
          </a:xfrm>
          <a:prstGeom prst="rect">
            <a:avLst/>
          </a:prstGeom>
        </p:spPr>
        <p:txBody>
          <a:bodyPr vert="horz" lIns="91440" tIns="45720" rIns="91440" bIns="45720" rtlCol="0" anchor="b">
            <a:noAutofit/>
          </a:bodyPr>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pitchFamily="34" charset="-122"/>
                <a:ea typeface="微软雅黑" panose="020B0503020204020204" pitchFamily="34" charset="-122"/>
                <a:cs typeface="+mn-cs"/>
              </a:defRPr>
            </a:lvl1pPr>
          </a:lstStyle>
          <a:p>
            <a:r>
              <a:rPr altLang="zh-CN"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10" name="图片 9" descr="AW视觉符号.jpg">
            <a:extLst>
              <a:ext uri="{FF2B5EF4-FFF2-40B4-BE49-F238E27FC236}">
                <a16:creationId xmlns:a16="http://schemas.microsoft.com/office/drawing/2014/main" id="{D34B953D-86AB-4549-83F7-D846E540814F}"/>
              </a:ext>
            </a:extLst>
          </p:cNvPr>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654651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8865591E-F6A9-4405-B720-EDDBC0413155}"/>
              </a:ext>
            </a:extLst>
          </p:cNvPr>
          <p:cNvSpPr>
            <a:spLocks noGrp="1" noChangeArrowheads="1"/>
          </p:cNvSpPr>
          <p:nvPr>
            <p:ph type="title" idx="4294967295"/>
          </p:nvPr>
        </p:nvSpPr>
        <p:spPr bwMode="auto">
          <a:xfrm>
            <a:off x="255588" y="195263"/>
            <a:ext cx="109728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1510517-FAF7-45C6-B579-CD700F47710E}"/>
              </a:ext>
            </a:extLst>
          </p:cNvPr>
          <p:cNvSpPr>
            <a:spLocks noGrp="1" noChangeArrowheads="1"/>
          </p:cNvSpPr>
          <p:nvPr>
            <p:ph type="body" idx="4294967295"/>
          </p:nvPr>
        </p:nvSpPr>
        <p:spPr bwMode="auto">
          <a:xfrm>
            <a:off x="422275" y="1187450"/>
            <a:ext cx="10972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a:t>
            </a:r>
          </a:p>
        </p:txBody>
      </p:sp>
      <p:sp>
        <p:nvSpPr>
          <p:cNvPr id="8" name="日期占位符 7">
            <a:extLst>
              <a:ext uri="{FF2B5EF4-FFF2-40B4-BE49-F238E27FC236}">
                <a16:creationId xmlns:a16="http://schemas.microsoft.com/office/drawing/2014/main" id="{5E70D461-B6CD-42E9-9A0B-0CDC97B2EF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fld id="{8B362659-EDEF-4896-B44C-15816E2E4CD8}" type="datetimeFigureOut">
              <a:rPr lang="zh-CN" altLang="en-US" smtClean="0"/>
              <a:pPr/>
              <a:t>2025/9/28</a:t>
            </a:fld>
            <a:endParaRPr lang="zh-CN" altLang="en-US"/>
          </a:p>
        </p:txBody>
      </p:sp>
      <p:sp>
        <p:nvSpPr>
          <p:cNvPr id="13" name="页脚占位符 12">
            <a:extLst>
              <a:ext uri="{FF2B5EF4-FFF2-40B4-BE49-F238E27FC236}">
                <a16:creationId xmlns:a16="http://schemas.microsoft.com/office/drawing/2014/main" id="{A1BC6B55-8EE6-4CCE-854A-A8EB6C2BB3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endParaRPr lang="zh-CN" altLang="en-US"/>
          </a:p>
        </p:txBody>
      </p:sp>
      <p:sp>
        <p:nvSpPr>
          <p:cNvPr id="14" name="灯片编号占位符 13">
            <a:extLst>
              <a:ext uri="{FF2B5EF4-FFF2-40B4-BE49-F238E27FC236}">
                <a16:creationId xmlns:a16="http://schemas.microsoft.com/office/drawing/2014/main" id="{262F0417-C90C-4CA2-AD37-B360748FE143}"/>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baseline="0">
                <a:solidFill>
                  <a:srgbClr val="898989"/>
                </a:solidFill>
                <a:latin typeface="Times New Roman" panose="02020603050405020304" pitchFamily="18" charset="0"/>
                <a:ea typeface="宋体" panose="02010600030101010101" pitchFamily="2" charset="-122"/>
              </a:defRPr>
            </a:lvl1pPr>
          </a:lstStyle>
          <a:p>
            <a:fld id="{414597ED-A428-4847-8034-7A70C69917BC}" type="slidenum">
              <a:rPr lang="zh-CN" altLang="en-US" smtClean="0"/>
              <a:pPr/>
              <a:t>‹#›</a:t>
            </a:fld>
            <a:endParaRPr lang="zh-CN" altLang="en-US"/>
          </a:p>
        </p:txBody>
      </p:sp>
    </p:spTree>
    <p:extLst>
      <p:ext uri="{BB962C8B-B14F-4D97-AF65-F5344CB8AC3E}">
        <p14:creationId xmlns:p14="http://schemas.microsoft.com/office/powerpoint/2010/main" val="2668500973"/>
      </p:ext>
    </p:extLst>
  </p:cSld>
  <p:clrMap bg1="lt1" tx1="dk1" bg2="lt2" tx2="dk2" accent1="accent1" accent2="accent2" accent3="accent3" accent4="accent4" accent5="accent5" accent6="accent6" hlink="hlink" folHlink="folHlink"/>
  <p:sldLayoutIdLst>
    <p:sldLayoutId id="2147483754" r:id="rId1"/>
    <p:sldLayoutId id="2147483756" r:id="rId2"/>
    <p:sldLayoutId id="2147483758" r:id="rId3"/>
    <p:sldLayoutId id="2147483759" r:id="rId4"/>
    <p:sldLayoutId id="2147483757" r:id="rId5"/>
  </p:sldLayoutIdLst>
  <p:txStyles>
    <p:titleStyle>
      <a:lvl1pPr algn="l" rtl="0" eaLnBrk="1" fontAlgn="base" hangingPunct="1">
        <a:spcBef>
          <a:spcPct val="0"/>
        </a:spcBef>
        <a:spcAft>
          <a:spcPct val="0"/>
        </a:spcAft>
        <a:defRPr sz="2500" baseline="0">
          <a:solidFill>
            <a:schemeClr val="tx1"/>
          </a:solidFill>
          <a:latin typeface="Times New Roman" panose="02020603050405020304" pitchFamily="18" charset="0"/>
          <a:ea typeface="宋体" panose="02010600030101010101" pitchFamily="2" charset="-122"/>
          <a:cs typeface="微软雅黑" charset="0"/>
        </a:defRPr>
      </a:lvl1pPr>
      <a:lvl2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2pPr>
      <a:lvl3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3pPr>
      <a:lvl4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4pPr>
      <a:lvl5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5pPr>
      <a:lvl6pPr marL="483870" algn="l" rtl="0" eaLnBrk="1" fontAlgn="base" hangingPunct="1">
        <a:spcBef>
          <a:spcPct val="0"/>
        </a:spcBef>
        <a:spcAft>
          <a:spcPct val="0"/>
        </a:spcAft>
        <a:defRPr sz="2540">
          <a:solidFill>
            <a:schemeClr val="tx1"/>
          </a:solidFill>
          <a:latin typeface="Calibri" pitchFamily="34" charset="0"/>
          <a:ea typeface="黑体" panose="02010609060101010101" charset="-122"/>
        </a:defRPr>
      </a:lvl6pPr>
      <a:lvl7pPr marL="967740" algn="l" rtl="0" eaLnBrk="1" fontAlgn="base" hangingPunct="1">
        <a:spcBef>
          <a:spcPct val="0"/>
        </a:spcBef>
        <a:spcAft>
          <a:spcPct val="0"/>
        </a:spcAft>
        <a:defRPr sz="2540">
          <a:solidFill>
            <a:schemeClr val="tx1"/>
          </a:solidFill>
          <a:latin typeface="Calibri" pitchFamily="34" charset="0"/>
          <a:ea typeface="黑体" panose="02010609060101010101" charset="-122"/>
        </a:defRPr>
      </a:lvl7pPr>
      <a:lvl8pPr marL="1450975" algn="l" rtl="0" eaLnBrk="1" fontAlgn="base" hangingPunct="1">
        <a:spcBef>
          <a:spcPct val="0"/>
        </a:spcBef>
        <a:spcAft>
          <a:spcPct val="0"/>
        </a:spcAft>
        <a:defRPr sz="2540">
          <a:solidFill>
            <a:schemeClr val="tx1"/>
          </a:solidFill>
          <a:latin typeface="Calibri" pitchFamily="34" charset="0"/>
          <a:ea typeface="黑体" panose="02010609060101010101" charset="-122"/>
        </a:defRPr>
      </a:lvl8pPr>
      <a:lvl9pPr marL="1934845" algn="l" rtl="0" eaLnBrk="1" fontAlgn="base" hangingPunct="1">
        <a:spcBef>
          <a:spcPct val="0"/>
        </a:spcBef>
        <a:spcAft>
          <a:spcPct val="0"/>
        </a:spcAft>
        <a:defRPr sz="2540">
          <a:solidFill>
            <a:schemeClr val="tx1"/>
          </a:solidFill>
          <a:latin typeface="Calibri" pitchFamily="34" charset="0"/>
          <a:ea typeface="黑体" panose="02010609060101010101" charset="-122"/>
        </a:defRPr>
      </a:lvl9pPr>
    </p:titleStyle>
    <p:bodyStyle>
      <a:lvl1pPr marL="361950" indent="-361950" algn="l" rtl="0" eaLnBrk="1" fontAlgn="base" hangingPunct="1">
        <a:spcBef>
          <a:spcPct val="20000"/>
        </a:spcBef>
        <a:spcAft>
          <a:spcPct val="0"/>
        </a:spcAft>
        <a:buClr>
          <a:srgbClr val="000066"/>
        </a:buClr>
        <a:buFont typeface="Wingdings" panose="05000000000000000000" pitchFamily="2" charset="2"/>
        <a:buChar char="n"/>
        <a:defRPr sz="2100" baseline="0">
          <a:solidFill>
            <a:schemeClr val="tx1"/>
          </a:solidFill>
          <a:latin typeface="Times New Roman" panose="02020603050405020304" pitchFamily="18" charset="0"/>
          <a:ea typeface="宋体" panose="02010600030101010101" pitchFamily="2" charset="-122"/>
          <a:cs typeface="宋体" charset="0"/>
        </a:defRPr>
      </a:lvl1pPr>
      <a:lvl2pPr marL="785813" indent="-301625" algn="l" rtl="0" eaLnBrk="1" fontAlgn="base" hangingPunct="1">
        <a:spcBef>
          <a:spcPct val="20000"/>
        </a:spcBef>
        <a:spcAft>
          <a:spcPct val="0"/>
        </a:spcAft>
        <a:buFont typeface="Arial" panose="020B0604020202020204" pitchFamily="34" charset="0"/>
        <a:buChar char="–"/>
        <a:defRPr sz="2900">
          <a:solidFill>
            <a:schemeClr val="tx1"/>
          </a:solidFill>
          <a:latin typeface="+mn-lt"/>
          <a:ea typeface="+mn-ea"/>
        </a:defRPr>
      </a:lvl2pPr>
      <a:lvl3pPr marL="1208088" indent="-241300" algn="l" rtl="0" eaLnBrk="1" fontAlgn="base" hangingPunct="1">
        <a:spcBef>
          <a:spcPct val="20000"/>
        </a:spcBef>
        <a:spcAft>
          <a:spcPct val="0"/>
        </a:spcAft>
        <a:buFont typeface="Arial" panose="020B0604020202020204" pitchFamily="34" charset="0"/>
        <a:buChar char="•"/>
        <a:defRPr sz="2500">
          <a:solidFill>
            <a:schemeClr val="tx1"/>
          </a:solidFill>
          <a:latin typeface="+mn-lt"/>
          <a:ea typeface="+mn-ea"/>
        </a:defRPr>
      </a:lvl3pPr>
      <a:lvl4pPr marL="1692275"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4pPr>
      <a:lvl5pPr marL="2176463"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5pPr>
      <a:lvl6pPr marL="266065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9pPr>
    </p:bodyStyle>
    <p:otherStyle>
      <a:defPPr>
        <a:defRPr lang="zh-CN"/>
      </a:defPPr>
      <a:lvl1pPr marL="0" algn="l" defTabSz="967740" rtl="0" eaLnBrk="1" latinLnBrk="0" hangingPunct="1">
        <a:defRPr sz="1905" kern="1200">
          <a:solidFill>
            <a:schemeClr val="tx1"/>
          </a:solidFill>
          <a:latin typeface="+mn-lt"/>
          <a:ea typeface="+mn-ea"/>
          <a:cs typeface="+mn-cs"/>
        </a:defRPr>
      </a:lvl1pPr>
      <a:lvl2pPr marL="483870" algn="l" defTabSz="967740" rtl="0" eaLnBrk="1" latinLnBrk="0" hangingPunct="1">
        <a:defRPr sz="1905" kern="1200">
          <a:solidFill>
            <a:schemeClr val="tx1"/>
          </a:solidFill>
          <a:latin typeface="+mn-lt"/>
          <a:ea typeface="+mn-ea"/>
          <a:cs typeface="+mn-cs"/>
        </a:defRPr>
      </a:lvl2pPr>
      <a:lvl3pPr marL="967740" algn="l" defTabSz="967740" rtl="0" eaLnBrk="1" latinLnBrk="0" hangingPunct="1">
        <a:defRPr sz="1905" kern="1200">
          <a:solidFill>
            <a:schemeClr val="tx1"/>
          </a:solidFill>
          <a:latin typeface="+mn-lt"/>
          <a:ea typeface="+mn-ea"/>
          <a:cs typeface="+mn-cs"/>
        </a:defRPr>
      </a:lvl3pPr>
      <a:lvl4pPr marL="1450975" algn="l" defTabSz="967740" rtl="0" eaLnBrk="1" latinLnBrk="0" hangingPunct="1">
        <a:defRPr sz="1905" kern="1200">
          <a:solidFill>
            <a:schemeClr val="tx1"/>
          </a:solidFill>
          <a:latin typeface="+mn-lt"/>
          <a:ea typeface="+mn-ea"/>
          <a:cs typeface="+mn-cs"/>
        </a:defRPr>
      </a:lvl4pPr>
      <a:lvl5pPr marL="1934845" algn="l" defTabSz="967740" rtl="0" eaLnBrk="1" latinLnBrk="0" hangingPunct="1">
        <a:defRPr sz="1905" kern="1200">
          <a:solidFill>
            <a:schemeClr val="tx1"/>
          </a:solidFill>
          <a:latin typeface="+mn-lt"/>
          <a:ea typeface="+mn-ea"/>
          <a:cs typeface="+mn-cs"/>
        </a:defRPr>
      </a:lvl5pPr>
      <a:lvl6pPr marL="2418715" algn="l" defTabSz="967740" rtl="0" eaLnBrk="1" latinLnBrk="0" hangingPunct="1">
        <a:defRPr sz="1905" kern="1200">
          <a:solidFill>
            <a:schemeClr val="tx1"/>
          </a:solidFill>
          <a:latin typeface="+mn-lt"/>
          <a:ea typeface="+mn-ea"/>
          <a:cs typeface="+mn-cs"/>
        </a:defRPr>
      </a:lvl6pPr>
      <a:lvl7pPr marL="2902585" algn="l" defTabSz="967740" rtl="0" eaLnBrk="1" latinLnBrk="0" hangingPunct="1">
        <a:defRPr sz="1905" kern="1200">
          <a:solidFill>
            <a:schemeClr val="tx1"/>
          </a:solidFill>
          <a:latin typeface="+mn-lt"/>
          <a:ea typeface="+mn-ea"/>
          <a:cs typeface="+mn-cs"/>
        </a:defRPr>
      </a:lvl7pPr>
      <a:lvl8pPr marL="3386455" algn="l" defTabSz="967740" rtl="0" eaLnBrk="1" latinLnBrk="0" hangingPunct="1">
        <a:defRPr sz="1905" kern="1200">
          <a:solidFill>
            <a:schemeClr val="tx1"/>
          </a:solidFill>
          <a:latin typeface="+mn-lt"/>
          <a:ea typeface="+mn-ea"/>
          <a:cs typeface="+mn-cs"/>
        </a:defRPr>
      </a:lvl8pPr>
      <a:lvl9pPr marL="3870325" algn="l" defTabSz="967740" rtl="0" eaLnBrk="1" latinLnBrk="0" hangingPunct="1">
        <a:defRPr sz="19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a:xfrm>
            <a:off x="254876" y="148064"/>
            <a:ext cx="10972801" cy="528176"/>
          </a:xfrm>
        </p:spPr>
        <p:txBody>
          <a:bodyPr/>
          <a:lstStyle/>
          <a:p>
            <a:r>
              <a:rPr lang="en-US" altLang="zh-CN" sz="4400" dirty="0">
                <a:ea typeface="+mn-ea"/>
              </a:rPr>
              <a:t>Python</a:t>
            </a:r>
            <a:r>
              <a:rPr lang="zh-CN" altLang="en-US" sz="4400" dirty="0">
                <a:ea typeface="+mn-ea"/>
              </a:rPr>
              <a:t>编程语言回顾</a:t>
            </a:r>
          </a:p>
        </p:txBody>
      </p:sp>
      <p:sp>
        <p:nvSpPr>
          <p:cNvPr id="2" name="内容占位符 1">
            <a:extLst>
              <a:ext uri="{FF2B5EF4-FFF2-40B4-BE49-F238E27FC236}">
                <a16:creationId xmlns:a16="http://schemas.microsoft.com/office/drawing/2014/main" id="{5150ACBF-E1B2-D062-9D5C-DF320B3BA043}"/>
              </a:ext>
            </a:extLst>
          </p:cNvPr>
          <p:cNvSpPr>
            <a:spLocks noGrp="1"/>
          </p:cNvSpPr>
          <p:nvPr>
            <p:ph idx="1"/>
          </p:nvPr>
        </p:nvSpPr>
        <p:spPr>
          <a:xfrm>
            <a:off x="121527" y="801687"/>
            <a:ext cx="11106150" cy="4340225"/>
          </a:xfrm>
          <a:prstGeom prst="rect">
            <a:avLst/>
          </a:prstGeom>
          <a:noFill/>
          <a:ln w="9525">
            <a:noFill/>
          </a:ln>
        </p:spPr>
        <p:txBody>
          <a:bodyPr>
            <a:noAutofit/>
          </a:bodyPr>
          <a:lstStyle/>
          <a:p>
            <a:pPr>
              <a:lnSpc>
                <a:spcPct val="200000"/>
              </a:lnSpc>
              <a:spcBef>
                <a:spcPct val="0"/>
              </a:spcBef>
            </a:pPr>
            <a:r>
              <a:rPr lang="en-US" sz="4400" b="1" dirty="0">
                <a:ea typeface="+mn-ea"/>
              </a:rPr>
              <a:t>Python</a:t>
            </a:r>
            <a:r>
              <a:rPr lang="zh-CN" altLang="en-US" sz="4400" b="1">
                <a:ea typeface="+mn-ea"/>
              </a:rPr>
              <a:t>编程语言</a:t>
            </a:r>
            <a:endParaRPr lang="zh-CN" altLang="en-US" sz="4400" b="1" dirty="0">
              <a:ea typeface="+mn-ea"/>
            </a:endParaRPr>
          </a:p>
          <a:p>
            <a:pPr marL="1028700" lvl="1" indent="-571500">
              <a:lnSpc>
                <a:spcPct val="200000"/>
              </a:lnSpc>
              <a:spcBef>
                <a:spcPct val="0"/>
              </a:spcBef>
            </a:pPr>
            <a:r>
              <a:rPr lang="zh-CN" altLang="en-US" sz="4400" b="1" dirty="0">
                <a:latin typeface="Times New Roman" panose="02020603050405020304" pitchFamily="18" charset="0"/>
                <a:ea typeface="+mn-ea"/>
                <a:cs typeface="Times New Roman" pitchFamily="18" charset="0"/>
              </a:rPr>
              <a:t>数据类型：元组、字典、列表、集合</a:t>
            </a:r>
          </a:p>
          <a:p>
            <a:pPr marL="1028700" lvl="1" indent="-571500">
              <a:lnSpc>
                <a:spcPct val="200000"/>
              </a:lnSpc>
              <a:spcBef>
                <a:spcPct val="0"/>
              </a:spcBef>
            </a:pPr>
            <a:r>
              <a:rPr lang="zh-CN" altLang="en-US" sz="4400" b="1" dirty="0">
                <a:latin typeface="Times New Roman" panose="02020603050405020304" pitchFamily="18" charset="0"/>
                <a:ea typeface="+mn-ea"/>
                <a:cs typeface="Times New Roman" pitchFamily="18" charset="0"/>
              </a:rPr>
              <a:t>控制：</a:t>
            </a:r>
            <a:r>
              <a:rPr lang="en-US" altLang="zh-CN" sz="4400" b="1" dirty="0">
                <a:latin typeface="Times New Roman" panose="02020603050405020304" pitchFamily="18" charset="0"/>
                <a:ea typeface="+mn-ea"/>
                <a:cs typeface="Times New Roman" pitchFamily="18" charset="0"/>
              </a:rPr>
              <a:t>if, for, while</a:t>
            </a:r>
            <a:endParaRPr lang="zh-CN" altLang="en-US" sz="4400" b="1" dirty="0">
              <a:latin typeface="Times New Roman" panose="02020603050405020304" pitchFamily="18" charset="0"/>
              <a:ea typeface="+mn-ea"/>
              <a:cs typeface="Times New Roman" pitchFamily="18" charset="0"/>
            </a:endParaRPr>
          </a:p>
          <a:p>
            <a:pPr marL="1028700" lvl="1" indent="-571500">
              <a:lnSpc>
                <a:spcPct val="200000"/>
              </a:lnSpc>
              <a:spcBef>
                <a:spcPct val="0"/>
              </a:spcBef>
            </a:pPr>
            <a:r>
              <a:rPr lang="zh-CN" altLang="en-US" sz="4400" b="1" dirty="0">
                <a:latin typeface="Times New Roman" panose="02020603050405020304" pitchFamily="18" charset="0"/>
                <a:ea typeface="+mn-ea"/>
                <a:cs typeface="Times New Roman" pitchFamily="18" charset="0"/>
              </a:rPr>
              <a:t>函数和文件</a:t>
            </a:r>
          </a:p>
        </p:txBody>
      </p:sp>
    </p:spTree>
    <p:extLst>
      <p:ext uri="{BB962C8B-B14F-4D97-AF65-F5344CB8AC3E}">
        <p14:creationId xmlns:p14="http://schemas.microsoft.com/office/powerpoint/2010/main" val="2541981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B75B0B3-9C45-43B9-B23D-D3FD629246B1}"/>
              </a:ext>
            </a:extLst>
          </p:cNvPr>
          <p:cNvSpPr>
            <a:spLocks noGrp="1"/>
          </p:cNvSpPr>
          <p:nvPr>
            <p:ph type="title"/>
          </p:nvPr>
        </p:nvSpPr>
        <p:spPr>
          <a:xfrm>
            <a:off x="5272088" y="2706149"/>
            <a:ext cx="6544007" cy="692150"/>
          </a:xfrm>
        </p:spPr>
        <p:txBody>
          <a:bodyPr/>
          <a:lstStyle/>
          <a:p>
            <a:r>
              <a:rPr lang="en-US" altLang="zh-CN" sz="4000" dirty="0">
                <a:cs typeface="Times New Roman" panose="02020603050405020304" pitchFamily="18" charset="0"/>
              </a:rPr>
              <a:t>Python</a:t>
            </a:r>
            <a:r>
              <a:rPr lang="zh-CN" altLang="en-US" sz="4000" dirty="0">
                <a:cs typeface="Times New Roman" panose="02020603050405020304" pitchFamily="18" charset="0"/>
              </a:rPr>
              <a:t>数据分析概述</a:t>
            </a:r>
          </a:p>
        </p:txBody>
      </p:sp>
    </p:spTree>
    <p:extLst>
      <p:ext uri="{BB962C8B-B14F-4D97-AF65-F5344CB8AC3E}">
        <p14:creationId xmlns:p14="http://schemas.microsoft.com/office/powerpoint/2010/main" val="1507486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a:off x="2649786" y="1939743"/>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1651743"/>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zh-CN" altLang="zh-CN" sz="2400" b="1" dirty="0">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2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608672"/>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sym typeface="微软雅黑" pitchFamily="34" charset="-122"/>
              </a:rPr>
              <a:t>熟悉</a:t>
            </a:r>
            <a:r>
              <a:rPr lang="en-US" altLang="zh-CN" sz="2400" b="1" dirty="0">
                <a:latin typeface="Times New Roman" panose="02020603050405020304" pitchFamily="18" charset="0"/>
                <a:ea typeface="宋体" panose="02010600030101010101" pitchFamily="2" charset="-122"/>
                <a:sym typeface="微软雅黑" pitchFamily="34" charset="-122"/>
              </a:rPr>
              <a:t>Python</a:t>
            </a:r>
            <a:r>
              <a:rPr lang="zh-CN" altLang="en-US" sz="2400" b="1" dirty="0">
                <a:latin typeface="Times New Roman" panose="02020603050405020304" pitchFamily="18" charset="0"/>
                <a:ea typeface="宋体" panose="02010600030101010101" pitchFamily="2" charset="-122"/>
                <a:sym typeface="微软雅黑" pitchFamily="34" charset="-122"/>
              </a:rPr>
              <a:t>数据分析的工具</a:t>
            </a:r>
            <a:endParaRPr lang="zh-CN" altLang="en-US" sz="2400" b="1" dirty="0">
              <a:latin typeface="Times New Roman" panose="02020603050405020304" pitchFamily="18" charset="0"/>
              <a:ea typeface="宋体" panose="02010600030101010101" pitchFamily="2" charset="-122"/>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1579743"/>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rPr>
              <a:t>认识数据分析</a:t>
            </a: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2626672"/>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2</a:t>
            </a:r>
          </a:p>
        </p:txBody>
      </p:sp>
      <p:sp>
        <p:nvSpPr>
          <p:cNvPr id="21"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366087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安装</a:t>
            </a:r>
            <a:r>
              <a:rPr lang="en-US" altLang="zh-CN" sz="2400" b="1" dirty="0">
                <a:latin typeface="Times New Roman" panose="02020603050405020304" pitchFamily="18" charset="0"/>
                <a:ea typeface="宋体" panose="02010600030101010101" pitchFamily="2" charset="-122"/>
              </a:rPr>
              <a:t>Python</a:t>
            </a:r>
            <a:r>
              <a:rPr lang="zh-CN" altLang="en-US" sz="2400" b="1" dirty="0">
                <a:latin typeface="Times New Roman" panose="02020603050405020304" pitchFamily="18" charset="0"/>
                <a:ea typeface="宋体" panose="02010600030101010101" pitchFamily="2" charset="-122"/>
              </a:rPr>
              <a:t>的</a:t>
            </a:r>
            <a:r>
              <a:rPr lang="en-US" altLang="zh-CN" sz="2400" b="1" dirty="0">
                <a:latin typeface="Times New Roman" panose="02020603050405020304" pitchFamily="18" charset="0"/>
                <a:ea typeface="宋体" panose="02010600030101010101" pitchFamily="2" charset="-122"/>
              </a:rPr>
              <a:t>Anaconda</a:t>
            </a:r>
            <a:r>
              <a:rPr lang="zh-CN" altLang="en-US" sz="2400" b="1" dirty="0">
                <a:latin typeface="Times New Roman" panose="02020603050405020304" pitchFamily="18" charset="0"/>
                <a:ea typeface="宋体" panose="02010600030101010101" pitchFamily="2" charset="-122"/>
              </a:rPr>
              <a:t>发行版</a:t>
            </a: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6788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3</a:t>
            </a:r>
          </a:p>
        </p:txBody>
      </p:sp>
    </p:spTree>
    <p:extLst>
      <p:ext uri="{BB962C8B-B14F-4D97-AF65-F5344CB8AC3E}">
        <p14:creationId xmlns:p14="http://schemas.microsoft.com/office/powerpoint/2010/main" val="507703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a:extLst>
              <a:ext uri="{FF2B5EF4-FFF2-40B4-BE49-F238E27FC236}">
                <a16:creationId xmlns:a16="http://schemas.microsoft.com/office/drawing/2014/main" id="{01398D3E-4066-489D-A6D1-377B77AD4FB1}"/>
              </a:ext>
            </a:extLst>
          </p:cNvPr>
          <p:cNvSpPr>
            <a:spLocks noGrp="1"/>
          </p:cNvSpPr>
          <p:nvPr>
            <p:ph idx="1"/>
          </p:nvPr>
        </p:nvSpPr>
        <p:spPr>
          <a:xfrm>
            <a:off x="254876" y="1027862"/>
            <a:ext cx="11107601" cy="5038830"/>
          </a:xfrm>
        </p:spPr>
        <p:txBody>
          <a:bodyPr/>
          <a:lstStyle/>
          <a:p>
            <a:pPr marL="361950" indent="-361950"/>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数据分析是指用适当的分析方法对收集来的大量数据进行分析，提取有用信息和形成结论，对数据加以详细研究和概括总结的过程。</a:t>
            </a:r>
            <a:r>
              <a:rPr lang="zh-CN" altLang="en-US" sz="2800" kern="100" dirty="0">
                <a:effectLst/>
                <a:latin typeface="Times New Roman" panose="02020603050405020304" pitchFamily="18" charset="0"/>
                <a:ea typeface="宋体" panose="02010600030101010101" pitchFamily="2" charset="-122"/>
                <a:cs typeface="Times New Roman" panose="02020603050405020304" pitchFamily="18" charset="0"/>
              </a:rPr>
              <a:t>（尿不湿和啤酒、商品推荐、社区挖掘）</a:t>
            </a:r>
            <a:endPar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1950" indent="-361950"/>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随着计算机技术的全面发展，生产、收集、存储和处理数据的能力大大提高，数据量与日俱增。而在现实生活中，需要将这些繁多、复杂的数据通过统计分析进行提炼，以此研究出数据的发展规律，进而帮助企业管理层做出决策。</a:t>
            </a:r>
            <a:r>
              <a:rPr lang="zh-CN" altLang="en-US" sz="2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4v</a:t>
            </a:r>
            <a:r>
              <a:rPr lang="zh-CN" altLang="en-US" sz="2800" kern="100" dirty="0">
                <a:effectLst/>
                <a:latin typeface="Times New Roman" panose="02020603050405020304" pitchFamily="18" charset="0"/>
                <a:ea typeface="宋体" panose="02010600030101010101" pitchFamily="2" charset="-122"/>
                <a:cs typeface="Times New Roman" panose="02020603050405020304" pitchFamily="18" charset="0"/>
              </a:rPr>
              <a:t>，量大、动态、异构、</a:t>
            </a:r>
            <a:r>
              <a:rPr lang="zh-CN" altLang="en-US" sz="2800" kern="100" dirty="0"/>
              <a:t>价值低</a:t>
            </a:r>
            <a:r>
              <a:rPr lang="zh-CN" altLang="en-US" sz="2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zh-CN" altLang="en-US" dirty="0"/>
          </a:p>
        </p:txBody>
      </p:sp>
      <p:sp>
        <p:nvSpPr>
          <p:cNvPr id="22531" name="标题 2">
            <a:extLst>
              <a:ext uri="{FF2B5EF4-FFF2-40B4-BE49-F238E27FC236}">
                <a16:creationId xmlns:a16="http://schemas.microsoft.com/office/drawing/2014/main" id="{97EC5E3A-3FAA-4860-8852-94E2AC04A218}"/>
              </a:ext>
            </a:extLst>
          </p:cNvPr>
          <p:cNvSpPr>
            <a:spLocks noGrp="1"/>
          </p:cNvSpPr>
          <p:nvPr>
            <p:ph type="title"/>
          </p:nvPr>
        </p:nvSpPr>
        <p:spPr/>
        <p:txBody>
          <a:bodyPr/>
          <a:lstStyle/>
          <a:p>
            <a:r>
              <a:rPr kumimoji="0" lang="zh-CN" altLang="en-US" sz="3200" dirty="0">
                <a:ea typeface="宋体" panose="02010600030101010101" pitchFamily="2" charset="-122"/>
              </a:rPr>
              <a:t>数据分析的概念</a:t>
            </a:r>
            <a:endParaRPr lang="zh-CN" altLang="en-US" sz="32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标题 2">
            <a:extLst>
              <a:ext uri="{FF2B5EF4-FFF2-40B4-BE49-F238E27FC236}">
                <a16:creationId xmlns:a16="http://schemas.microsoft.com/office/drawing/2014/main" id="{D68694E0-CAEA-4238-A1EE-7AEC613D51C7}"/>
              </a:ext>
            </a:extLst>
          </p:cNvPr>
          <p:cNvSpPr>
            <a:spLocks noGrp="1"/>
          </p:cNvSpPr>
          <p:nvPr>
            <p:ph type="title"/>
          </p:nvPr>
        </p:nvSpPr>
        <p:spPr/>
        <p:txBody>
          <a:bodyPr/>
          <a:lstStyle/>
          <a:p>
            <a:r>
              <a:rPr kumimoji="0" lang="zh-CN" altLang="en-US" sz="3200" dirty="0">
                <a:latin typeface="Times New Roman" panose="02020603050405020304" pitchFamily="18" charset="0"/>
                <a:ea typeface="宋体" panose="02010600030101010101" pitchFamily="2" charset="-122"/>
              </a:rPr>
              <a:t>数据分析的流程</a:t>
            </a:r>
            <a:endParaRPr lang="zh-CN" altLang="en-US" sz="3200" dirty="0">
              <a:latin typeface="Times New Roman" panose="02020603050405020304" pitchFamily="18" charset="0"/>
              <a:ea typeface="宋体" panose="02010600030101010101" pitchFamily="2" charset="-122"/>
            </a:endParaRPr>
          </a:p>
        </p:txBody>
      </p:sp>
      <p:sp>
        <p:nvSpPr>
          <p:cNvPr id="10" name="内容占位符 9">
            <a:extLst>
              <a:ext uri="{FF2B5EF4-FFF2-40B4-BE49-F238E27FC236}">
                <a16:creationId xmlns:a16="http://schemas.microsoft.com/office/drawing/2014/main" id="{AC0BF15A-F214-4A6D-BE75-49F616DBAE60}"/>
              </a:ext>
            </a:extLst>
          </p:cNvPr>
          <p:cNvSpPr>
            <a:spLocks noGrp="1"/>
          </p:cNvSpPr>
          <p:nvPr>
            <p:ph idx="1"/>
          </p:nvPr>
        </p:nvSpPr>
        <p:spPr/>
        <p:txBody>
          <a:bodyPr/>
          <a:lstStyle/>
          <a:p>
            <a:pPr marL="0" indent="0">
              <a:buNone/>
            </a:pP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dirty="0">
                <a:effectLst/>
              </a:rPr>
              <a:t>数据分析已经逐渐演化为一种解决问题的过程，甚至是一种</a:t>
            </a:r>
            <a:r>
              <a:rPr lang="zh-CN" altLang="zh-CN" sz="2400" dirty="0">
                <a:solidFill>
                  <a:srgbClr val="FF0000"/>
                </a:solidFill>
                <a:effectLst/>
              </a:rPr>
              <a:t>方法论</a:t>
            </a:r>
            <a:r>
              <a:rPr lang="zh-CN" altLang="zh-CN" sz="2400" dirty="0">
                <a:effectLst/>
              </a:rPr>
              <a:t>。虽然每个公司都</a:t>
            </a:r>
            <a:r>
              <a:rPr lang="zh-CN" altLang="zh-CN" sz="2400" spc="10" dirty="0">
                <a:effectLst/>
              </a:rPr>
              <a:t>会根据自身需求和目标创建最适合的数据分析流程，但是数据分析的核心步骤是一致的。</a:t>
            </a:r>
            <a:endParaRPr lang="zh-CN" altLang="en-US" sz="2400" dirty="0"/>
          </a:p>
        </p:txBody>
      </p:sp>
      <p:sp>
        <p:nvSpPr>
          <p:cNvPr id="13" name="Rectangle 4">
            <a:extLst>
              <a:ext uri="{FF2B5EF4-FFF2-40B4-BE49-F238E27FC236}">
                <a16:creationId xmlns:a16="http://schemas.microsoft.com/office/drawing/2014/main" id="{910021CB-E1DA-4119-A264-CBCC6C9C1A81}"/>
              </a:ext>
            </a:extLst>
          </p:cNvPr>
          <p:cNvSpPr>
            <a:spLocks noChangeArrowheads="1"/>
          </p:cNvSpPr>
          <p:nvPr/>
        </p:nvSpPr>
        <p:spPr bwMode="auto">
          <a:xfrm>
            <a:off x="866039" y="3086100"/>
            <a:ext cx="17197606" cy="45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4" name="对象 13">
            <a:extLst>
              <a:ext uri="{FF2B5EF4-FFF2-40B4-BE49-F238E27FC236}">
                <a16:creationId xmlns:a16="http://schemas.microsoft.com/office/drawing/2014/main" id="{FC55CF87-5302-44B4-A407-AA642541FC03}"/>
              </a:ext>
            </a:extLst>
          </p:cNvPr>
          <p:cNvGraphicFramePr>
            <a:graphicFrameLocks noChangeAspect="1"/>
          </p:cNvGraphicFramePr>
          <p:nvPr>
            <p:extLst>
              <p:ext uri="{D42A27DB-BD31-4B8C-83A1-F6EECF244321}">
                <p14:modId xmlns:p14="http://schemas.microsoft.com/office/powerpoint/2010/main" val="1535622568"/>
              </p:ext>
            </p:extLst>
          </p:nvPr>
        </p:nvGraphicFramePr>
        <p:xfrm>
          <a:off x="866039" y="2769265"/>
          <a:ext cx="9925698" cy="3729656"/>
        </p:xfrm>
        <a:graphic>
          <a:graphicData uri="http://schemas.openxmlformats.org/presentationml/2006/ole">
            <mc:AlternateContent xmlns:mc="http://schemas.openxmlformats.org/markup-compatibility/2006">
              <mc:Choice xmlns:v="urn:schemas-microsoft-com:vml" Requires="v">
                <p:oleObj r:id="rId2" imgW="11386698" imgH="4290819" progId="Visio.Drawing.11">
                  <p:embed/>
                </p:oleObj>
              </mc:Choice>
              <mc:Fallback>
                <p:oleObj r:id="rId2" imgW="11386698" imgH="4290819" progId="Visio.Drawing.11">
                  <p:embed/>
                  <p:pic>
                    <p:nvPicPr>
                      <p:cNvPr id="14" name="对象 13">
                        <a:extLst>
                          <a:ext uri="{FF2B5EF4-FFF2-40B4-BE49-F238E27FC236}">
                            <a16:creationId xmlns:a16="http://schemas.microsoft.com/office/drawing/2014/main" id="{FC55CF87-5302-44B4-A407-AA642541F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039" y="2769265"/>
                        <a:ext cx="9925698" cy="3729656"/>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a:off x="2649786" y="2947315"/>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16517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zh-CN" altLang="zh-CN" sz="2400" b="1" dirty="0">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2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608672"/>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sym typeface="微软雅黑" pitchFamily="34" charset="-122"/>
              </a:rPr>
              <a:t>熟悉</a:t>
            </a:r>
            <a:r>
              <a:rPr lang="en-US" altLang="zh-CN" sz="2400" b="1" dirty="0">
                <a:latin typeface="Times New Roman" panose="02020603050405020304" pitchFamily="18" charset="0"/>
                <a:ea typeface="宋体" panose="02010600030101010101" pitchFamily="2" charset="-122"/>
                <a:sym typeface="微软雅黑" pitchFamily="34" charset="-122"/>
              </a:rPr>
              <a:t>Python</a:t>
            </a:r>
            <a:r>
              <a:rPr lang="zh-CN" altLang="en-US" sz="2400" b="1" dirty="0">
                <a:latin typeface="Times New Roman" panose="02020603050405020304" pitchFamily="18" charset="0"/>
                <a:ea typeface="宋体" panose="02010600030101010101" pitchFamily="2" charset="-122"/>
                <a:sym typeface="微软雅黑" pitchFamily="34" charset="-122"/>
              </a:rPr>
              <a:t>数据分析的工具</a:t>
            </a:r>
            <a:endParaRPr lang="zh-CN" altLang="en-US" sz="2400" b="1" dirty="0">
              <a:latin typeface="Times New Roman" panose="02020603050405020304" pitchFamily="18" charset="0"/>
              <a:ea typeface="宋体" panose="02010600030101010101" pitchFamily="2" charset="-122"/>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157974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rPr>
              <a:t>认识数据分析</a:t>
            </a: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2626672"/>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2</a:t>
            </a:r>
          </a:p>
        </p:txBody>
      </p:sp>
      <p:sp>
        <p:nvSpPr>
          <p:cNvPr id="21"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366087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安装</a:t>
            </a:r>
            <a:r>
              <a:rPr lang="en-US" altLang="zh-CN" sz="2400" b="1" dirty="0">
                <a:latin typeface="Times New Roman" panose="02020603050405020304" pitchFamily="18" charset="0"/>
                <a:ea typeface="宋体" panose="02010600030101010101" pitchFamily="2" charset="-122"/>
              </a:rPr>
              <a:t>Python</a:t>
            </a:r>
            <a:r>
              <a:rPr lang="zh-CN" altLang="en-US" sz="2400" b="1" dirty="0">
                <a:latin typeface="Times New Roman" panose="02020603050405020304" pitchFamily="18" charset="0"/>
                <a:ea typeface="宋体" panose="02010600030101010101" pitchFamily="2" charset="-122"/>
              </a:rPr>
              <a:t>的</a:t>
            </a:r>
            <a:r>
              <a:rPr lang="en-US" altLang="zh-CN" sz="2400" b="1" dirty="0">
                <a:latin typeface="Times New Roman" panose="02020603050405020304" pitchFamily="18" charset="0"/>
                <a:ea typeface="宋体" panose="02010600030101010101" pitchFamily="2" charset="-122"/>
              </a:rPr>
              <a:t>Anaconda</a:t>
            </a:r>
            <a:r>
              <a:rPr lang="zh-CN" altLang="en-US" sz="2400" b="1" dirty="0">
                <a:latin typeface="Times New Roman" panose="02020603050405020304" pitchFamily="18" charset="0"/>
                <a:ea typeface="宋体" panose="02010600030101010101" pitchFamily="2" charset="-122"/>
              </a:rPr>
              <a:t>发行版</a:t>
            </a: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6788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3</a:t>
            </a:r>
          </a:p>
        </p:txBody>
      </p:sp>
    </p:spTree>
    <p:extLst>
      <p:ext uri="{BB962C8B-B14F-4D97-AF65-F5344CB8AC3E}">
        <p14:creationId xmlns:p14="http://schemas.microsoft.com/office/powerpoint/2010/main" val="2500337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63" y="1079500"/>
            <a:ext cx="11107737" cy="5045075"/>
          </a:xfrm>
        </p:spPr>
        <p:txBody>
          <a:bodyPr/>
          <a:lstStyle/>
          <a:p>
            <a:pPr>
              <a:defRPr/>
            </a:pPr>
            <a:r>
              <a:rPr lang="zh-CN" altLang="en-US" sz="2400" dirty="0"/>
              <a:t>目前主流的数据分析语言主要有</a:t>
            </a:r>
            <a:r>
              <a:rPr lang="en-US" altLang="zh-CN" sz="2400" dirty="0"/>
              <a:t>Python</a:t>
            </a:r>
            <a:r>
              <a:rPr lang="zh-CN" altLang="en-US" sz="2400" dirty="0"/>
              <a:t>、</a:t>
            </a:r>
            <a:r>
              <a:rPr lang="en-US" altLang="zh-CN" sz="2400" dirty="0"/>
              <a:t>R</a:t>
            </a:r>
            <a:r>
              <a:rPr lang="zh-CN" altLang="en-US" sz="2400" dirty="0"/>
              <a:t>、</a:t>
            </a:r>
            <a:r>
              <a:rPr lang="en-US" altLang="zh-CN" sz="2400" dirty="0"/>
              <a:t>MATLAB</a:t>
            </a:r>
            <a:r>
              <a:rPr lang="zh-CN" altLang="en-US" sz="2400" dirty="0"/>
              <a:t>这</a:t>
            </a:r>
            <a:r>
              <a:rPr lang="en-US" altLang="zh-CN" sz="2400" dirty="0"/>
              <a:t>3</a:t>
            </a:r>
            <a:r>
              <a:rPr lang="zh-CN" altLang="en-US" sz="2400" dirty="0"/>
              <a:t>种。</a:t>
            </a:r>
            <a:endParaRPr lang="en-US" altLang="zh-CN" sz="2400" dirty="0"/>
          </a:p>
          <a:p>
            <a:pPr>
              <a:defRPr/>
            </a:pPr>
            <a:r>
              <a:rPr lang="zh-CN" altLang="en-US" sz="2400" dirty="0"/>
              <a:t>其中，</a:t>
            </a:r>
            <a:r>
              <a:rPr lang="en-US" altLang="zh-CN" sz="2400" dirty="0"/>
              <a:t>Python</a:t>
            </a:r>
            <a:r>
              <a:rPr lang="zh-CN" altLang="en-US" sz="2400" dirty="0"/>
              <a:t>具有丰富和强大的库，同时</a:t>
            </a:r>
            <a:r>
              <a:rPr lang="en-US" altLang="zh-CN" sz="2400" dirty="0"/>
              <a:t>Python</a:t>
            </a:r>
            <a:r>
              <a:rPr lang="zh-CN" altLang="en-US" sz="2400" dirty="0"/>
              <a:t>常被称为胶水语言，能将其他语言制作的各种模块（尤其是</a:t>
            </a:r>
            <a:r>
              <a:rPr lang="en-US" altLang="zh-CN" sz="2400" dirty="0"/>
              <a:t>C/C++</a:t>
            </a:r>
            <a:r>
              <a:rPr lang="zh-CN" altLang="en-US" sz="2400" dirty="0"/>
              <a:t>）轻松地连接在一起，是一门更易学、更严谨的程序设计语言。</a:t>
            </a:r>
            <a:endParaRPr lang="en-US" altLang="zh-CN" sz="2400" dirty="0"/>
          </a:p>
          <a:p>
            <a:pPr>
              <a:defRPr/>
            </a:pPr>
            <a:r>
              <a:rPr lang="en-US" altLang="zh-CN" sz="2400" dirty="0"/>
              <a:t>R</a:t>
            </a:r>
            <a:r>
              <a:rPr lang="zh-CN" altLang="en-US" sz="2400" dirty="0"/>
              <a:t>语言通常用于统计分析、绘图。</a:t>
            </a:r>
            <a:r>
              <a:rPr lang="en-US" altLang="zh-CN" sz="2400" dirty="0"/>
              <a:t>R</a:t>
            </a:r>
            <a:r>
              <a:rPr lang="zh-CN" altLang="en-US" sz="2400" dirty="0"/>
              <a:t>是属于</a:t>
            </a:r>
            <a:r>
              <a:rPr lang="en-US" altLang="zh-CN" sz="2400" dirty="0"/>
              <a:t>GNU</a:t>
            </a:r>
            <a:r>
              <a:rPr lang="zh-CN" altLang="en-US" sz="2400" dirty="0"/>
              <a:t>系统的一个自由、免费、源代码开放的软件。</a:t>
            </a:r>
            <a:endParaRPr lang="en-US" altLang="zh-CN" sz="2400" dirty="0"/>
          </a:p>
          <a:p>
            <a:pPr>
              <a:defRPr/>
            </a:pPr>
            <a:r>
              <a:rPr lang="en-US" altLang="zh-CN" sz="2400" dirty="0"/>
              <a:t>MATLAB</a:t>
            </a:r>
            <a:r>
              <a:rPr lang="zh-CN" altLang="en-US" sz="2400" dirty="0"/>
              <a:t>的作用是进行矩阵运算、绘制函数与数据、实现算法、创建用户界面和连接其他编程语言的程序等，其主要应用于工程计算、控制设计、信号处理与通信、图像处理、信号检测、金融建模设计与分析等领域。</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a:xfrm>
            <a:off x="255588" y="358775"/>
            <a:ext cx="10972800" cy="528638"/>
          </a:xfrm>
        </p:spPr>
        <p:txBody>
          <a:bodyPr/>
          <a:lstStyle/>
          <a:p>
            <a:r>
              <a:rPr kumimoji="0" lang="zh-CN" altLang="en-US" sz="2800" dirty="0">
                <a:latin typeface="Times New Roman" panose="02020603050405020304" pitchFamily="18" charset="0"/>
                <a:ea typeface="宋体" panose="02010600030101010101" pitchFamily="2" charset="-122"/>
              </a:rPr>
              <a:t>了解数据分析常用工具</a:t>
            </a:r>
            <a:endParaRPr lang="zh-CN" altLang="en-US" sz="2800" dirty="0">
              <a:latin typeface="Times New Roman" panose="02020603050405020304" pitchFamily="18" charset="0"/>
            </a:endParaRPr>
          </a:p>
        </p:txBody>
      </p:sp>
    </p:spTree>
    <p:extLst>
      <p:ext uri="{BB962C8B-B14F-4D97-AF65-F5344CB8AC3E}">
        <p14:creationId xmlns:p14="http://schemas.microsoft.com/office/powerpoint/2010/main" val="383462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254876" y="887255"/>
            <a:ext cx="11107601" cy="4339721"/>
          </a:xfrm>
        </p:spPr>
        <p:txBody>
          <a:bodyPr/>
          <a:lstStyle/>
          <a:p>
            <a:pPr marL="0" indent="0">
              <a:buNone/>
              <a:defRPr/>
            </a:pPr>
            <a:endParaRPr lang="en-US" altLang="zh-CN" sz="2400" dirty="0"/>
          </a:p>
          <a:p>
            <a:pPr>
              <a:defRPr/>
            </a:pPr>
            <a:r>
              <a:rPr lang="zh-CN" altLang="en-US" sz="2400" dirty="0"/>
              <a:t>使用</a:t>
            </a:r>
            <a:r>
              <a:rPr lang="en-US" altLang="zh-CN" sz="2400" dirty="0"/>
              <a:t>Python</a:t>
            </a:r>
            <a:r>
              <a:rPr lang="zh-CN" altLang="en-US" sz="2400" dirty="0"/>
              <a:t>进行数据分析时所用到的类库主要有</a:t>
            </a:r>
            <a:r>
              <a:rPr lang="en-US" altLang="zh-CN" sz="2400" dirty="0">
                <a:solidFill>
                  <a:srgbClr val="FF0000"/>
                </a:solidFill>
              </a:rPr>
              <a:t>NumPy</a:t>
            </a:r>
            <a:r>
              <a:rPr lang="zh-CN" altLang="en-US" sz="2400" dirty="0"/>
              <a:t>、</a:t>
            </a:r>
            <a:r>
              <a:rPr lang="en-US" altLang="zh-CN" sz="2400" dirty="0"/>
              <a:t>SciPy</a:t>
            </a:r>
            <a:r>
              <a:rPr lang="zh-CN" altLang="en-US" sz="2400" dirty="0"/>
              <a:t>、</a:t>
            </a:r>
            <a:r>
              <a:rPr lang="en-US" altLang="zh-CN" sz="2400" dirty="0">
                <a:solidFill>
                  <a:srgbClr val="FF0000"/>
                </a:solidFill>
              </a:rPr>
              <a:t>pandas</a:t>
            </a:r>
            <a:r>
              <a:rPr lang="zh-CN" altLang="en-US" sz="2400" dirty="0"/>
              <a:t>、</a:t>
            </a:r>
            <a:r>
              <a:rPr lang="en-US" altLang="zh-CN" sz="2400" dirty="0">
                <a:solidFill>
                  <a:srgbClr val="FF0000"/>
                </a:solidFill>
              </a:rPr>
              <a:t>Matplotlib</a:t>
            </a:r>
            <a:r>
              <a:rPr lang="zh-CN" altLang="en-US" sz="2400" dirty="0"/>
              <a:t>、</a:t>
            </a:r>
            <a:r>
              <a:rPr lang="en-US" altLang="zh-CN" sz="2400" dirty="0"/>
              <a:t>seaborn</a:t>
            </a:r>
            <a:r>
              <a:rPr lang="zh-CN" altLang="en-US" sz="2400" dirty="0"/>
              <a:t>、</a:t>
            </a:r>
            <a:r>
              <a:rPr lang="en-US" altLang="zh-CN" sz="2400" dirty="0" err="1"/>
              <a:t>pyecharts</a:t>
            </a:r>
            <a:r>
              <a:rPr lang="zh-CN" altLang="en-US" sz="2400" dirty="0"/>
              <a:t>、</a:t>
            </a:r>
            <a:r>
              <a:rPr lang="en-US" altLang="zh-CN" sz="2400" dirty="0">
                <a:solidFill>
                  <a:srgbClr val="FF0000"/>
                </a:solidFill>
              </a:rPr>
              <a:t>scikit-learn</a:t>
            </a:r>
            <a:r>
              <a:rPr lang="zh-CN" altLang="en-US" sz="2400" dirty="0"/>
              <a:t>等。</a:t>
            </a:r>
            <a:endParaRPr lang="en-US" altLang="zh-CN" sz="2400" dirty="0"/>
          </a:p>
          <a:p>
            <a:pPr>
              <a:defRPr/>
            </a:pPr>
            <a:r>
              <a:rPr lang="en-US" altLang="zh-CN" sz="2400" dirty="0"/>
              <a:t>NumPy</a:t>
            </a:r>
            <a:r>
              <a:rPr lang="zh-CN" altLang="en-US" sz="2400" dirty="0"/>
              <a:t>是</a:t>
            </a:r>
            <a:r>
              <a:rPr lang="en-US" altLang="zh-CN" sz="2400" dirty="0"/>
              <a:t>Numerical Python</a:t>
            </a:r>
            <a:r>
              <a:rPr lang="zh-CN" altLang="en-US" sz="2400" dirty="0"/>
              <a:t>的简称，是一个</a:t>
            </a:r>
            <a:r>
              <a:rPr lang="en-US" altLang="zh-CN" sz="2400" dirty="0"/>
              <a:t>Python</a:t>
            </a:r>
            <a:r>
              <a:rPr lang="zh-CN" altLang="en-US" sz="2400" dirty="0"/>
              <a:t>科学计算的基础包。</a:t>
            </a:r>
            <a:r>
              <a:rPr lang="en-US" altLang="zh-CN" sz="2400" dirty="0"/>
              <a:t>NumPy</a:t>
            </a:r>
            <a:r>
              <a:rPr lang="zh-CN" altLang="en-US" sz="2400" dirty="0"/>
              <a:t>主要提供了以下内容。</a:t>
            </a:r>
          </a:p>
          <a:p>
            <a:pPr>
              <a:buFont typeface="Arial" panose="020B0604020202020204" pitchFamily="34" charset="0"/>
              <a:buChar char="•"/>
              <a:defRPr/>
            </a:pPr>
            <a:r>
              <a:rPr lang="zh-CN" altLang="en-US" sz="2400" b="1" dirty="0"/>
              <a:t>快速高效的多维数组对象</a:t>
            </a:r>
            <a:r>
              <a:rPr lang="en-US" altLang="zh-CN" sz="2400" b="1" dirty="0" err="1"/>
              <a:t>ndarray</a:t>
            </a:r>
            <a:r>
              <a:rPr lang="zh-CN" altLang="en-US" sz="2400" b="1" dirty="0"/>
              <a:t>。</a:t>
            </a:r>
          </a:p>
          <a:p>
            <a:pPr>
              <a:buFont typeface="Arial" panose="020B0604020202020204" pitchFamily="34" charset="0"/>
              <a:buChar char="•"/>
              <a:defRPr/>
            </a:pPr>
            <a:r>
              <a:rPr lang="zh-CN" altLang="en-US" sz="2400" b="1" dirty="0"/>
              <a:t>对数组执行元素级计算和直接对数组执行数学运算的函数。</a:t>
            </a:r>
          </a:p>
          <a:p>
            <a:pPr>
              <a:buFont typeface="Arial" panose="020B0604020202020204" pitchFamily="34" charset="0"/>
              <a:buChar char="•"/>
              <a:defRPr/>
            </a:pPr>
            <a:r>
              <a:rPr lang="zh-CN" altLang="en-US" sz="2400" b="1" dirty="0"/>
              <a:t>读</a:t>
            </a:r>
            <a:r>
              <a:rPr lang="en-US" altLang="zh-CN" sz="2400" b="1" dirty="0"/>
              <a:t>/</a:t>
            </a:r>
            <a:r>
              <a:rPr lang="zh-CN" altLang="en-US" sz="2400" b="1" dirty="0"/>
              <a:t>写硬盘上基于数组的数据集的工具。</a:t>
            </a:r>
          </a:p>
          <a:p>
            <a:pPr>
              <a:buFont typeface="Arial" panose="020B0604020202020204" pitchFamily="34" charset="0"/>
              <a:buChar char="•"/>
              <a:defRPr/>
            </a:pPr>
            <a:r>
              <a:rPr lang="zh-CN" altLang="en-US" sz="2400" b="1" dirty="0"/>
              <a:t>线性代数运算、傅里叶变换和随机数生成的功能。</a:t>
            </a:r>
          </a:p>
          <a:p>
            <a:pPr>
              <a:defRPr/>
            </a:pPr>
            <a:endParaRPr lang="zh-CN" altLang="en-US"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
        <p:nvSpPr>
          <p:cNvPr id="4" name="内容占位符 3">
            <a:extLst>
              <a:ext uri="{FF2B5EF4-FFF2-40B4-BE49-F238E27FC236}">
                <a16:creationId xmlns:a16="http://schemas.microsoft.com/office/drawing/2014/main" id="{CAE78BBF-3482-40FB-B3A7-69C212E3DE63}"/>
              </a:ext>
            </a:extLst>
          </p:cNvPr>
          <p:cNvSpPr>
            <a:spLocks noGrp="1"/>
          </p:cNvSpPr>
          <p:nvPr>
            <p:ph idx="10"/>
          </p:nvPr>
        </p:nvSpPr>
        <p:spPr>
          <a:xfrm>
            <a:off x="423817" y="1136146"/>
            <a:ext cx="11107601" cy="426469"/>
          </a:xfrm>
        </p:spPr>
        <p:txBody>
          <a:bodyPr/>
          <a:lstStyle/>
          <a:p>
            <a:r>
              <a:rPr lang="en-US" altLang="zh-CN" b="1" dirty="0"/>
              <a:t>1. NumPy</a:t>
            </a:r>
            <a:endParaRPr lang="zh-CN" altLang="en-US" b="1" dirty="0"/>
          </a:p>
        </p:txBody>
      </p:sp>
    </p:spTree>
    <p:extLst>
      <p:ext uri="{BB962C8B-B14F-4D97-AF65-F5344CB8AC3E}">
        <p14:creationId xmlns:p14="http://schemas.microsoft.com/office/powerpoint/2010/main" val="2802378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p:txBody>
          <a:bodyPr/>
          <a:lstStyle/>
          <a:p>
            <a:pPr>
              <a:defRPr/>
            </a:pPr>
            <a:r>
              <a:rPr lang="zh-CN" altLang="en-US" sz="2400" dirty="0"/>
              <a:t>除了为</a:t>
            </a:r>
            <a:r>
              <a:rPr lang="en-US" altLang="zh-CN" sz="2400" dirty="0"/>
              <a:t>Python</a:t>
            </a:r>
            <a:r>
              <a:rPr lang="zh-CN" altLang="en-US" sz="2400" dirty="0"/>
              <a:t>提供快速的数组处理能力外，</a:t>
            </a:r>
            <a:r>
              <a:rPr lang="en-US" altLang="zh-CN" sz="2400" dirty="0"/>
              <a:t>NumPy</a:t>
            </a:r>
            <a:r>
              <a:rPr lang="zh-CN" altLang="en-US" sz="2400" dirty="0"/>
              <a:t>在数据分析方面还有另外一个主要作用，即作为算法之间传递数据的容器。</a:t>
            </a:r>
            <a:endParaRPr lang="en-US" altLang="zh-CN" sz="2400" dirty="0"/>
          </a:p>
          <a:p>
            <a:pPr>
              <a:defRPr/>
            </a:pPr>
            <a:r>
              <a:rPr lang="zh-CN" altLang="en-US" sz="2400" dirty="0"/>
              <a:t>对于数值型数据，使用</a:t>
            </a:r>
            <a:r>
              <a:rPr lang="en-US" altLang="zh-CN" sz="2400" dirty="0"/>
              <a:t>NumPy</a:t>
            </a:r>
            <a:r>
              <a:rPr lang="zh-CN" altLang="en-US" sz="2400" dirty="0"/>
              <a:t>数组存储和处理数据要比使用内置的</a:t>
            </a:r>
            <a:r>
              <a:rPr lang="en-US" altLang="zh-CN" sz="2400" dirty="0"/>
              <a:t>Python</a:t>
            </a:r>
            <a:r>
              <a:rPr lang="zh-CN" altLang="en-US" sz="2400" dirty="0"/>
              <a:t>数据结构高效得多。</a:t>
            </a:r>
            <a:endParaRPr lang="en-US" altLang="zh-CN" sz="2400" dirty="0"/>
          </a:p>
          <a:p>
            <a:pPr>
              <a:defRPr/>
            </a:pPr>
            <a:r>
              <a:rPr lang="zh-CN" altLang="en-US" sz="2400" dirty="0"/>
              <a:t>此外，由低级语言（如</a:t>
            </a:r>
            <a:r>
              <a:rPr lang="en-US" altLang="zh-CN" sz="2400" dirty="0"/>
              <a:t>C</a:t>
            </a:r>
            <a:r>
              <a:rPr lang="zh-CN" altLang="en-US" sz="2400" dirty="0"/>
              <a:t>和</a:t>
            </a:r>
            <a:r>
              <a:rPr lang="en-US" altLang="zh-CN" sz="2400" dirty="0"/>
              <a:t>Fortran</a:t>
            </a:r>
            <a:r>
              <a:rPr lang="zh-CN" altLang="en-US" sz="2400" dirty="0"/>
              <a:t>）编写的库可以直接操作</a:t>
            </a:r>
            <a:r>
              <a:rPr lang="en-US" altLang="zh-CN" sz="2400" dirty="0"/>
              <a:t>NumPy</a:t>
            </a:r>
            <a:r>
              <a:rPr lang="zh-CN" altLang="en-US" sz="2400" dirty="0"/>
              <a:t>数组中数据，无须进行任何数据复制工作。</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Tree>
    <p:extLst>
      <p:ext uri="{BB962C8B-B14F-4D97-AF65-F5344CB8AC3E}">
        <p14:creationId xmlns:p14="http://schemas.microsoft.com/office/powerpoint/2010/main" val="1829809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565449"/>
            <a:ext cx="11107601" cy="1715338"/>
          </a:xfrm>
        </p:spPr>
        <p:txBody>
          <a:bodyPr/>
          <a:lstStyle/>
          <a:p>
            <a:pPr>
              <a:defRPr/>
            </a:pPr>
            <a:r>
              <a:rPr lang="en-US" altLang="zh-CN" sz="2400" dirty="0"/>
              <a:t>SciPy</a:t>
            </a:r>
            <a:r>
              <a:rPr lang="zh-CN" altLang="en-US" sz="2400" dirty="0"/>
              <a:t>是基于</a:t>
            </a:r>
            <a:r>
              <a:rPr lang="en-US" altLang="zh-CN" sz="2400" dirty="0"/>
              <a:t>Python</a:t>
            </a:r>
            <a:r>
              <a:rPr lang="zh-CN" altLang="en-US" sz="2400" dirty="0"/>
              <a:t>的开源代码，是一组专门解决科学计算中各种标准问题域的模块的集合，特别是与</a:t>
            </a:r>
            <a:r>
              <a:rPr lang="en-US" altLang="zh-CN" sz="2400" dirty="0"/>
              <a:t>NumPy</a:t>
            </a:r>
            <a:r>
              <a:rPr lang="zh-CN" altLang="en-US" sz="2400" dirty="0"/>
              <a:t>、</a:t>
            </a:r>
            <a:r>
              <a:rPr lang="en-US" altLang="zh-CN" sz="2400" dirty="0"/>
              <a:t>Matplotlib</a:t>
            </a:r>
            <a:r>
              <a:rPr lang="zh-CN" altLang="en-US" sz="2400" dirty="0"/>
              <a:t>和</a:t>
            </a:r>
            <a:r>
              <a:rPr lang="en-US" altLang="zh-CN" sz="2400" dirty="0"/>
              <a:t>pandas</a:t>
            </a:r>
            <a:r>
              <a:rPr lang="zh-CN" altLang="en-US" sz="2400" dirty="0"/>
              <a:t>这些核心包一起使用时。</a:t>
            </a:r>
            <a:endParaRPr lang="en-US" altLang="zh-CN" sz="2400" dirty="0"/>
          </a:p>
          <a:p>
            <a:pPr>
              <a:defRPr/>
            </a:pPr>
            <a:r>
              <a:rPr lang="en-US" altLang="zh-CN" sz="2400" dirty="0"/>
              <a:t>SciPy</a:t>
            </a:r>
            <a:r>
              <a:rPr lang="zh-CN" altLang="en-US" sz="2400" dirty="0"/>
              <a:t>主要包含了</a:t>
            </a:r>
            <a:r>
              <a:rPr lang="en-US" altLang="zh-CN" sz="2400" dirty="0"/>
              <a:t>8</a:t>
            </a:r>
            <a:r>
              <a:rPr lang="zh-CN" altLang="en-US" sz="2400" dirty="0"/>
              <a:t>个模块，不同的模块有不同的应用，如用于插值、积分、优化、处理图像和特殊函数等。</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
        <p:nvSpPr>
          <p:cNvPr id="3" name="内容占位符 2">
            <a:extLst>
              <a:ext uri="{FF2B5EF4-FFF2-40B4-BE49-F238E27FC236}">
                <a16:creationId xmlns:a16="http://schemas.microsoft.com/office/drawing/2014/main" id="{B25460F6-4A14-4ED0-B5B0-E6936EA32725}"/>
              </a:ext>
            </a:extLst>
          </p:cNvPr>
          <p:cNvSpPr>
            <a:spLocks noGrp="1"/>
          </p:cNvSpPr>
          <p:nvPr>
            <p:ph idx="10"/>
          </p:nvPr>
        </p:nvSpPr>
        <p:spPr/>
        <p:txBody>
          <a:bodyPr/>
          <a:lstStyle/>
          <a:p>
            <a:r>
              <a:rPr lang="en-US" altLang="zh-CN" b="1" kern="100" dirty="0"/>
              <a:t>2. SciPy</a:t>
            </a:r>
            <a:endParaRPr lang="en-US" altLang="zh-CN" sz="2000" b="1" kern="100" dirty="0"/>
          </a:p>
        </p:txBody>
      </p:sp>
    </p:spTree>
    <p:extLst>
      <p:ext uri="{BB962C8B-B14F-4D97-AF65-F5344CB8AC3E}">
        <p14:creationId xmlns:p14="http://schemas.microsoft.com/office/powerpoint/2010/main" val="122498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
        <p:nvSpPr>
          <p:cNvPr id="3" name="内容占位符 2">
            <a:extLst>
              <a:ext uri="{FF2B5EF4-FFF2-40B4-BE49-F238E27FC236}">
                <a16:creationId xmlns:a16="http://schemas.microsoft.com/office/drawing/2014/main" id="{B25460F6-4A14-4ED0-B5B0-E6936EA32725}"/>
              </a:ext>
            </a:extLst>
          </p:cNvPr>
          <p:cNvSpPr>
            <a:spLocks noGrp="1"/>
          </p:cNvSpPr>
          <p:nvPr>
            <p:ph idx="10"/>
          </p:nvPr>
        </p:nvSpPr>
        <p:spPr/>
        <p:txBody>
          <a:bodyPr/>
          <a:lstStyle/>
          <a:p>
            <a:r>
              <a:rPr lang="en-US" altLang="zh-CN" b="1" kern="100" dirty="0"/>
              <a:t>2. SciPy</a:t>
            </a:r>
            <a:endParaRPr lang="en-US" altLang="zh-CN" sz="2000" b="1" kern="100" dirty="0"/>
          </a:p>
        </p:txBody>
      </p:sp>
      <p:graphicFrame>
        <p:nvGraphicFramePr>
          <p:cNvPr id="5" name="表格 5">
            <a:extLst>
              <a:ext uri="{FF2B5EF4-FFF2-40B4-BE49-F238E27FC236}">
                <a16:creationId xmlns:a16="http://schemas.microsoft.com/office/drawing/2014/main" id="{F3AF16F4-6454-46AD-89D4-ECD234B2FF50}"/>
              </a:ext>
            </a:extLst>
          </p:cNvPr>
          <p:cNvGraphicFramePr>
            <a:graphicFrameLocks noGrp="1"/>
          </p:cNvGraphicFramePr>
          <p:nvPr>
            <p:extLst>
              <p:ext uri="{D42A27DB-BD31-4B8C-83A1-F6EECF244321}">
                <p14:modId xmlns:p14="http://schemas.microsoft.com/office/powerpoint/2010/main" val="1463927968"/>
              </p:ext>
            </p:extLst>
          </p:nvPr>
        </p:nvGraphicFramePr>
        <p:xfrm>
          <a:off x="1541726" y="1138980"/>
          <a:ext cx="10226455" cy="5516700"/>
        </p:xfrm>
        <a:graphic>
          <a:graphicData uri="http://schemas.openxmlformats.org/drawingml/2006/table">
            <a:tbl>
              <a:tblPr firstRow="1" bandRow="1">
                <a:tableStyleId>{5C22544A-7EE6-4342-B048-85BDC9FD1C3A}</a:tableStyleId>
              </a:tblPr>
              <a:tblGrid>
                <a:gridCol w="2228659">
                  <a:extLst>
                    <a:ext uri="{9D8B030D-6E8A-4147-A177-3AD203B41FA5}">
                      <a16:colId xmlns:a16="http://schemas.microsoft.com/office/drawing/2014/main" val="1393250701"/>
                    </a:ext>
                  </a:extLst>
                </a:gridCol>
                <a:gridCol w="7997796">
                  <a:extLst>
                    <a:ext uri="{9D8B030D-6E8A-4147-A177-3AD203B41FA5}">
                      <a16:colId xmlns:a16="http://schemas.microsoft.com/office/drawing/2014/main" val="2822402670"/>
                    </a:ext>
                  </a:extLst>
                </a:gridCol>
              </a:tblGrid>
              <a:tr h="373335">
                <a:tc>
                  <a:txBody>
                    <a:bodyPr/>
                    <a:lstStyle/>
                    <a:p>
                      <a:pPr algn="ctr"/>
                      <a:r>
                        <a:rPr lang="zh-CN" sz="2400" b="1" kern="100" dirty="0">
                          <a:effectLst/>
                          <a:latin typeface="+mn-ea"/>
                          <a:ea typeface="+mn-ea"/>
                          <a:cs typeface="Times New Roman" panose="02020603050405020304" pitchFamily="18" charset="0"/>
                        </a:rPr>
                        <a:t>模块名称</a:t>
                      </a:r>
                    </a:p>
                  </a:txBody>
                  <a:tcPr marL="68580" marR="68580" marT="0" marB="0" anchor="ctr"/>
                </a:tc>
                <a:tc>
                  <a:txBody>
                    <a:bodyPr/>
                    <a:lstStyle/>
                    <a:p>
                      <a:pPr algn="ctr"/>
                      <a:r>
                        <a:rPr lang="zh-CN" sz="2400" b="1" kern="100" dirty="0">
                          <a:effectLst/>
                          <a:latin typeface="+mn-ea"/>
                          <a:ea typeface="+mn-ea"/>
                          <a:cs typeface="Times New Roman" panose="02020603050405020304" pitchFamily="18" charset="0"/>
                        </a:rPr>
                        <a:t>简介</a:t>
                      </a:r>
                    </a:p>
                  </a:txBody>
                  <a:tcPr marL="68580" marR="68580" marT="0" marB="0" anchor="ctr"/>
                </a:tc>
                <a:extLst>
                  <a:ext uri="{0D108BD9-81ED-4DB2-BD59-A6C34878D82A}">
                    <a16:rowId xmlns:a16="http://schemas.microsoft.com/office/drawing/2014/main" val="4042449474"/>
                  </a:ext>
                </a:extLst>
              </a:tr>
              <a:tr h="373335">
                <a:tc>
                  <a:txBody>
                    <a:bodyPr/>
                    <a:lstStyle/>
                    <a:p>
                      <a:pPr algn="l"/>
                      <a:r>
                        <a:rPr lang="en-US" sz="2400" kern="100" dirty="0" err="1">
                          <a:effectLst/>
                          <a:latin typeface="+mn-ea"/>
                          <a:ea typeface="+mn-ea"/>
                          <a:cs typeface="Times New Roman" panose="02020603050405020304" pitchFamily="18" charset="0"/>
                        </a:rPr>
                        <a:t>scipy.integrate</a:t>
                      </a:r>
                      <a:endParaRPr lang="zh-CN" sz="2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2400" kern="100" dirty="0">
                          <a:effectLst/>
                          <a:latin typeface="+mn-ea"/>
                          <a:ea typeface="+mn-ea"/>
                          <a:cs typeface="Times New Roman" panose="02020603050405020304" pitchFamily="18" charset="0"/>
                        </a:rPr>
                        <a:t>数值积分和微分方程求解器</a:t>
                      </a:r>
                    </a:p>
                  </a:txBody>
                  <a:tcPr marL="68580" marR="68580" marT="0" marB="0" anchor="ctr"/>
                </a:tc>
                <a:extLst>
                  <a:ext uri="{0D108BD9-81ED-4DB2-BD59-A6C34878D82A}">
                    <a16:rowId xmlns:a16="http://schemas.microsoft.com/office/drawing/2014/main" val="1962263243"/>
                  </a:ext>
                </a:extLst>
              </a:tr>
              <a:tr h="373335">
                <a:tc>
                  <a:txBody>
                    <a:bodyPr/>
                    <a:lstStyle/>
                    <a:p>
                      <a:pPr algn="l"/>
                      <a:r>
                        <a:rPr lang="en-US" sz="2400" kern="100" dirty="0" err="1">
                          <a:effectLst/>
                          <a:latin typeface="+mn-ea"/>
                          <a:ea typeface="+mn-ea"/>
                          <a:cs typeface="Times New Roman" panose="02020603050405020304" pitchFamily="18" charset="0"/>
                        </a:rPr>
                        <a:t>scipy.linalg</a:t>
                      </a:r>
                      <a:endParaRPr lang="zh-CN" sz="2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2400" kern="100" dirty="0">
                          <a:effectLst/>
                          <a:latin typeface="+mn-ea"/>
                          <a:ea typeface="+mn-ea"/>
                          <a:cs typeface="Times New Roman" panose="02020603050405020304" pitchFamily="18" charset="0"/>
                        </a:rPr>
                        <a:t>扩展了由</a:t>
                      </a:r>
                      <a:r>
                        <a:rPr lang="en-US" sz="2400" kern="100" dirty="0" err="1">
                          <a:effectLst/>
                          <a:latin typeface="+mn-ea"/>
                          <a:ea typeface="+mn-ea"/>
                          <a:cs typeface="Times New Roman" panose="02020603050405020304" pitchFamily="18" charset="0"/>
                        </a:rPr>
                        <a:t>numpy.linalg</a:t>
                      </a:r>
                      <a:r>
                        <a:rPr lang="zh-CN" sz="2400" kern="100" dirty="0">
                          <a:effectLst/>
                          <a:latin typeface="+mn-ea"/>
                          <a:ea typeface="+mn-ea"/>
                          <a:cs typeface="Times New Roman" panose="02020603050405020304" pitchFamily="18" charset="0"/>
                        </a:rPr>
                        <a:t>提供的线性代数求解和矩阵分解功能</a:t>
                      </a:r>
                      <a:r>
                        <a:rPr lang="zh-CN" altLang="en-US" sz="2400" kern="100" dirty="0">
                          <a:effectLst/>
                          <a:latin typeface="+mn-ea"/>
                          <a:ea typeface="+mn-ea"/>
                          <a:cs typeface="Times New Roman" panose="02020603050405020304" pitchFamily="18" charset="0"/>
                        </a:rPr>
                        <a:t> （</a:t>
                      </a:r>
                      <a:r>
                        <a:rPr lang="zh-CN" altLang="en-US" sz="2400" kern="100" dirty="0">
                          <a:solidFill>
                            <a:srgbClr val="FF0000"/>
                          </a:solidFill>
                          <a:effectLst/>
                          <a:latin typeface="+mn-ea"/>
                          <a:ea typeface="+mn-ea"/>
                          <a:cs typeface="Times New Roman" panose="02020603050405020304" pitchFamily="18" charset="0"/>
                        </a:rPr>
                        <a:t>用于求稀疏矩阵的特征向量很有用）</a:t>
                      </a:r>
                      <a:endParaRPr lang="zh-CN" sz="2400" kern="100" dirty="0">
                        <a:solidFill>
                          <a:srgbClr val="FF0000"/>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495116035"/>
                  </a:ext>
                </a:extLst>
              </a:tr>
              <a:tr h="373335">
                <a:tc>
                  <a:txBody>
                    <a:bodyPr/>
                    <a:lstStyle/>
                    <a:p>
                      <a:pPr algn="l"/>
                      <a:r>
                        <a:rPr lang="en-US" sz="2400" kern="100" dirty="0" err="1">
                          <a:effectLst/>
                          <a:latin typeface="+mn-ea"/>
                          <a:ea typeface="+mn-ea"/>
                          <a:cs typeface="Times New Roman" panose="02020603050405020304" pitchFamily="18" charset="0"/>
                        </a:rPr>
                        <a:t>scipy.optimize</a:t>
                      </a:r>
                      <a:endParaRPr lang="zh-CN" sz="2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2400" kern="100" dirty="0">
                          <a:effectLst/>
                          <a:latin typeface="+mn-ea"/>
                          <a:ea typeface="+mn-ea"/>
                          <a:cs typeface="Times New Roman" panose="02020603050405020304" pitchFamily="18" charset="0"/>
                        </a:rPr>
                        <a:t>函数优化器（最小化器）以及根查找算法</a:t>
                      </a:r>
                    </a:p>
                  </a:txBody>
                  <a:tcPr marL="68580" marR="68580" marT="0" marB="0" anchor="ctr"/>
                </a:tc>
                <a:extLst>
                  <a:ext uri="{0D108BD9-81ED-4DB2-BD59-A6C34878D82A}">
                    <a16:rowId xmlns:a16="http://schemas.microsoft.com/office/drawing/2014/main" val="647257632"/>
                  </a:ext>
                </a:extLst>
              </a:tr>
              <a:tr h="373335">
                <a:tc>
                  <a:txBody>
                    <a:bodyPr/>
                    <a:lstStyle/>
                    <a:p>
                      <a:pPr algn="l"/>
                      <a:r>
                        <a:rPr lang="en-US" sz="2400" kern="100" dirty="0" err="1">
                          <a:effectLst/>
                          <a:latin typeface="+mn-ea"/>
                          <a:ea typeface="+mn-ea"/>
                          <a:cs typeface="Times New Roman" panose="02020603050405020304" pitchFamily="18" charset="0"/>
                        </a:rPr>
                        <a:t>scipy.signal</a:t>
                      </a:r>
                      <a:endParaRPr lang="zh-CN" sz="2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2400" kern="100" dirty="0">
                          <a:effectLst/>
                          <a:latin typeface="+mn-ea"/>
                          <a:ea typeface="+mn-ea"/>
                          <a:cs typeface="Times New Roman" panose="02020603050405020304" pitchFamily="18" charset="0"/>
                        </a:rPr>
                        <a:t>信号处理工具</a:t>
                      </a:r>
                    </a:p>
                  </a:txBody>
                  <a:tcPr marL="68580" marR="68580" marT="0" marB="0" anchor="ctr"/>
                </a:tc>
                <a:extLst>
                  <a:ext uri="{0D108BD9-81ED-4DB2-BD59-A6C34878D82A}">
                    <a16:rowId xmlns:a16="http://schemas.microsoft.com/office/drawing/2014/main" val="2926069943"/>
                  </a:ext>
                </a:extLst>
              </a:tr>
              <a:tr h="373335">
                <a:tc>
                  <a:txBody>
                    <a:bodyPr/>
                    <a:lstStyle/>
                    <a:p>
                      <a:pPr algn="l"/>
                      <a:r>
                        <a:rPr lang="en-US" sz="2400" kern="100" dirty="0" err="1">
                          <a:effectLst/>
                          <a:latin typeface="+mn-ea"/>
                          <a:ea typeface="+mn-ea"/>
                          <a:cs typeface="Times New Roman" panose="02020603050405020304" pitchFamily="18" charset="0"/>
                        </a:rPr>
                        <a:t>scipy.sparse</a:t>
                      </a:r>
                      <a:endParaRPr lang="zh-CN" sz="2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2400" kern="100" dirty="0">
                          <a:effectLst/>
                          <a:latin typeface="+mn-ea"/>
                          <a:ea typeface="+mn-ea"/>
                          <a:cs typeface="Times New Roman" panose="02020603050405020304" pitchFamily="18" charset="0"/>
                        </a:rPr>
                        <a:t>稀疏矩阵和稀疏线性系统求解器</a:t>
                      </a:r>
                      <a:r>
                        <a:rPr lang="zh-CN" altLang="en-US" sz="2400" kern="100" dirty="0">
                          <a:effectLst/>
                          <a:latin typeface="+mn-ea"/>
                          <a:ea typeface="+mn-ea"/>
                          <a:cs typeface="Times New Roman" panose="02020603050405020304" pitchFamily="18" charset="0"/>
                        </a:rPr>
                        <a:t> </a:t>
                      </a:r>
                      <a:r>
                        <a:rPr lang="zh-CN" altLang="en-US" sz="2400" kern="100" dirty="0">
                          <a:solidFill>
                            <a:srgbClr val="FF0000"/>
                          </a:solidFill>
                          <a:effectLst/>
                          <a:latin typeface="+mn-ea"/>
                          <a:ea typeface="+mn-ea"/>
                          <a:cs typeface="Times New Roman" panose="02020603050405020304" pitchFamily="18" charset="0"/>
                        </a:rPr>
                        <a:t>（创建稀疏矩阵特别有用）</a:t>
                      </a:r>
                      <a:endParaRPr lang="zh-CN" sz="2400" kern="100" dirty="0">
                        <a:solidFill>
                          <a:srgbClr val="FF0000"/>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314325939"/>
                  </a:ext>
                </a:extLst>
              </a:tr>
              <a:tr h="373335">
                <a:tc>
                  <a:txBody>
                    <a:bodyPr/>
                    <a:lstStyle/>
                    <a:p>
                      <a:pPr algn="l"/>
                      <a:r>
                        <a:rPr lang="en-US" sz="2400" kern="100" dirty="0" err="1">
                          <a:effectLst/>
                          <a:latin typeface="+mn-ea"/>
                          <a:ea typeface="+mn-ea"/>
                          <a:cs typeface="Times New Roman" panose="02020603050405020304" pitchFamily="18" charset="0"/>
                        </a:rPr>
                        <a:t>scipy.special</a:t>
                      </a:r>
                      <a:endParaRPr lang="zh-CN" sz="2400" kern="100" dirty="0">
                        <a:effectLst/>
                        <a:latin typeface="+mn-ea"/>
                        <a:ea typeface="+mn-ea"/>
                        <a:cs typeface="Times New Roman" panose="02020603050405020304" pitchFamily="18" charset="0"/>
                      </a:endParaRPr>
                    </a:p>
                  </a:txBody>
                  <a:tcPr marL="68580" marR="68580" marT="0" marB="0" anchor="ctr"/>
                </a:tc>
                <a:tc>
                  <a:txBody>
                    <a:bodyPr/>
                    <a:lstStyle/>
                    <a:p>
                      <a:pPr algn="l"/>
                      <a:r>
                        <a:rPr lang="en-US" sz="2400" kern="100" dirty="0">
                          <a:effectLst/>
                          <a:latin typeface="+mn-ea"/>
                          <a:ea typeface="+mn-ea"/>
                          <a:cs typeface="Times New Roman" panose="02020603050405020304" pitchFamily="18" charset="0"/>
                        </a:rPr>
                        <a:t>SPECFUN</a:t>
                      </a:r>
                      <a:r>
                        <a:rPr lang="zh-CN" sz="2400" kern="100" dirty="0">
                          <a:effectLst/>
                          <a:latin typeface="+mn-ea"/>
                          <a:ea typeface="+mn-ea"/>
                          <a:cs typeface="Times New Roman" panose="02020603050405020304" pitchFamily="18" charset="0"/>
                        </a:rPr>
                        <a:t>［这是一个实现了许多常用数学函数（如伽马函数）的</a:t>
                      </a:r>
                      <a:r>
                        <a:rPr lang="en-US" sz="2400" kern="100" dirty="0">
                          <a:effectLst/>
                          <a:latin typeface="+mn-ea"/>
                          <a:ea typeface="+mn-ea"/>
                          <a:cs typeface="Times New Roman" panose="02020603050405020304" pitchFamily="18" charset="0"/>
                        </a:rPr>
                        <a:t>Fortran</a:t>
                      </a:r>
                      <a:r>
                        <a:rPr lang="zh-CN" sz="2400" kern="100" dirty="0">
                          <a:effectLst/>
                          <a:latin typeface="+mn-ea"/>
                          <a:ea typeface="+mn-ea"/>
                          <a:cs typeface="Times New Roman" panose="02020603050405020304" pitchFamily="18" charset="0"/>
                        </a:rPr>
                        <a:t>库］的包装器</a:t>
                      </a:r>
                    </a:p>
                  </a:txBody>
                  <a:tcPr marL="68580" marR="68580" marT="0" marB="0" anchor="ctr"/>
                </a:tc>
                <a:extLst>
                  <a:ext uri="{0D108BD9-81ED-4DB2-BD59-A6C34878D82A}">
                    <a16:rowId xmlns:a16="http://schemas.microsoft.com/office/drawing/2014/main" val="3838237417"/>
                  </a:ext>
                </a:extLst>
              </a:tr>
              <a:tr h="449181">
                <a:tc>
                  <a:txBody>
                    <a:bodyPr/>
                    <a:lstStyle/>
                    <a:p>
                      <a:pPr algn="l"/>
                      <a:r>
                        <a:rPr lang="en-US" sz="2400" kern="100" dirty="0" err="1">
                          <a:effectLst/>
                          <a:latin typeface="+mn-ea"/>
                          <a:ea typeface="+mn-ea"/>
                          <a:cs typeface="Times New Roman" panose="02020603050405020304" pitchFamily="18" charset="0"/>
                        </a:rPr>
                        <a:t>scipy.stats</a:t>
                      </a:r>
                      <a:endParaRPr lang="zh-CN" sz="2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2400" kern="100" dirty="0">
                          <a:effectLst/>
                          <a:latin typeface="+mn-ea"/>
                          <a:ea typeface="+mn-ea"/>
                          <a:cs typeface="Times New Roman" panose="02020603050405020304" pitchFamily="18" charset="0"/>
                        </a:rPr>
                        <a:t>检验连续和离散概率分布（如密度函数、采样器、连续分布函数等）的函数与方法、各种统计检验的函数与方法，以及各类描述性统计的函数与方法</a:t>
                      </a:r>
                    </a:p>
                  </a:txBody>
                  <a:tcPr marL="68580" marR="68580" marT="0" marB="0" anchor="ctr"/>
                </a:tc>
                <a:extLst>
                  <a:ext uri="{0D108BD9-81ED-4DB2-BD59-A6C34878D82A}">
                    <a16:rowId xmlns:a16="http://schemas.microsoft.com/office/drawing/2014/main" val="757427201"/>
                  </a:ext>
                </a:extLst>
              </a:tr>
              <a:tr h="373335">
                <a:tc>
                  <a:txBody>
                    <a:bodyPr/>
                    <a:lstStyle/>
                    <a:p>
                      <a:pPr algn="l"/>
                      <a:r>
                        <a:rPr lang="en-US" sz="2400" kern="100" dirty="0" err="1">
                          <a:effectLst/>
                          <a:latin typeface="+mn-ea"/>
                          <a:ea typeface="+mn-ea"/>
                          <a:cs typeface="Times New Roman" panose="02020603050405020304" pitchFamily="18" charset="0"/>
                        </a:rPr>
                        <a:t>scipy.weave</a:t>
                      </a:r>
                      <a:endParaRPr lang="zh-CN" sz="2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2400" kern="100" dirty="0">
                          <a:effectLst/>
                          <a:latin typeface="+mn-ea"/>
                          <a:ea typeface="+mn-ea"/>
                          <a:cs typeface="Times New Roman" panose="02020603050405020304" pitchFamily="18" charset="0"/>
                        </a:rPr>
                        <a:t>利用内联</a:t>
                      </a:r>
                      <a:r>
                        <a:rPr lang="en-US" sz="2400" kern="100" dirty="0">
                          <a:effectLst/>
                          <a:latin typeface="+mn-ea"/>
                          <a:ea typeface="+mn-ea"/>
                          <a:cs typeface="Times New Roman" panose="02020603050405020304" pitchFamily="18" charset="0"/>
                        </a:rPr>
                        <a:t>C++</a:t>
                      </a:r>
                      <a:r>
                        <a:rPr lang="zh-CN" sz="2400" kern="100" dirty="0">
                          <a:effectLst/>
                          <a:latin typeface="+mn-ea"/>
                          <a:ea typeface="+mn-ea"/>
                          <a:cs typeface="Times New Roman" panose="02020603050405020304" pitchFamily="18" charset="0"/>
                        </a:rPr>
                        <a:t>代码加速数组计算的工具</a:t>
                      </a:r>
                    </a:p>
                  </a:txBody>
                  <a:tcPr marL="68580" marR="68580" marT="0" marB="0" anchor="ctr"/>
                </a:tc>
                <a:extLst>
                  <a:ext uri="{0D108BD9-81ED-4DB2-BD59-A6C34878D82A}">
                    <a16:rowId xmlns:a16="http://schemas.microsoft.com/office/drawing/2014/main" val="3297556434"/>
                  </a:ext>
                </a:extLst>
              </a:tr>
            </a:tbl>
          </a:graphicData>
        </a:graphic>
      </p:graphicFrame>
    </p:spTree>
    <p:extLst>
      <p:ext uri="{BB962C8B-B14F-4D97-AF65-F5344CB8AC3E}">
        <p14:creationId xmlns:p14="http://schemas.microsoft.com/office/powerpoint/2010/main" val="366504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p:txBody>
          <a:bodyPr/>
          <a:lstStyle/>
          <a:p>
            <a:r>
              <a:rPr lang="en-US" altLang="zh-CN" sz="2400" dirty="0"/>
              <a:t>pandas</a:t>
            </a:r>
            <a:r>
              <a:rPr lang="zh-CN" altLang="zh-CN" sz="2400" dirty="0"/>
              <a:t>是</a:t>
            </a:r>
            <a:r>
              <a:rPr lang="en-US" altLang="zh-CN" sz="2400" dirty="0"/>
              <a:t>Python</a:t>
            </a:r>
            <a:r>
              <a:rPr lang="zh-CN" altLang="zh-CN" sz="2400" dirty="0"/>
              <a:t>的数据分析核心库，最初被作为金融数据分析工具而开发出来。</a:t>
            </a:r>
            <a:endParaRPr lang="en-US" altLang="zh-CN" sz="2400" dirty="0"/>
          </a:p>
          <a:p>
            <a:r>
              <a:rPr lang="en-US" altLang="zh-CN" sz="2400" dirty="0"/>
              <a:t>pandas</a:t>
            </a:r>
            <a:r>
              <a:rPr lang="zh-CN" altLang="zh-CN" sz="2400" dirty="0"/>
              <a:t>为时间序列分析提供了很好的支持，它提供了一系列能够快速、便捷地处理结构化数据的数据结构和函数。</a:t>
            </a:r>
            <a:endParaRPr lang="en-US" altLang="zh-CN" sz="2400" dirty="0"/>
          </a:p>
          <a:p>
            <a:r>
              <a:rPr lang="en-US" altLang="zh-CN" sz="2400" dirty="0"/>
              <a:t>pandas</a:t>
            </a:r>
            <a:r>
              <a:rPr lang="zh-CN" altLang="zh-CN" sz="2400" dirty="0"/>
              <a:t>兼具</a:t>
            </a:r>
            <a:r>
              <a:rPr lang="en-US" altLang="zh-CN" sz="2400" dirty="0"/>
              <a:t>NumPy</a:t>
            </a:r>
            <a:r>
              <a:rPr lang="zh-CN" altLang="zh-CN" sz="2400" dirty="0"/>
              <a:t>高性能的数组计算功能以及电子表格和关系型数据库（如</a:t>
            </a:r>
            <a:r>
              <a:rPr lang="en-US" altLang="zh-CN" sz="2400" dirty="0"/>
              <a:t>SQL</a:t>
            </a:r>
            <a:r>
              <a:rPr lang="zh-CN" altLang="zh-CN" sz="2400" dirty="0"/>
              <a:t>）灵活的数据处理功能。</a:t>
            </a:r>
            <a:endParaRPr lang="en-US" altLang="zh-CN" sz="2400" dirty="0"/>
          </a:p>
          <a:p>
            <a:r>
              <a:rPr lang="zh-CN" altLang="zh-CN" sz="2400" dirty="0"/>
              <a:t>它提供了复杂精细的索引功能，以便完成重塑、切片与切块、聚合和选取数据子集等操作。</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
        <p:nvSpPr>
          <p:cNvPr id="3" name="内容占位符 2">
            <a:extLst>
              <a:ext uri="{FF2B5EF4-FFF2-40B4-BE49-F238E27FC236}">
                <a16:creationId xmlns:a16="http://schemas.microsoft.com/office/drawing/2014/main" id="{B25460F6-4A14-4ED0-B5B0-E6936EA32725}"/>
              </a:ext>
            </a:extLst>
          </p:cNvPr>
          <p:cNvSpPr>
            <a:spLocks noGrp="1"/>
          </p:cNvSpPr>
          <p:nvPr>
            <p:ph idx="10"/>
          </p:nvPr>
        </p:nvSpPr>
        <p:spPr/>
        <p:txBody>
          <a:bodyPr/>
          <a:lstStyle/>
          <a:p>
            <a:r>
              <a:rPr lang="en-US" altLang="zh-CN" sz="2400" b="1" kern="100" dirty="0"/>
              <a:t>3. pandas</a:t>
            </a:r>
          </a:p>
        </p:txBody>
      </p:sp>
    </p:spTree>
    <p:extLst>
      <p:ext uri="{BB962C8B-B14F-4D97-AF65-F5344CB8AC3E}">
        <p14:creationId xmlns:p14="http://schemas.microsoft.com/office/powerpoint/2010/main" val="174755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additive="base">
                                        <p:cTn id="3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542199" y="1259139"/>
            <a:ext cx="11107601" cy="4339721"/>
          </a:xfrm>
        </p:spPr>
        <p:txBody>
          <a:bodyPr/>
          <a:lstStyle/>
          <a:p>
            <a:pPr>
              <a:defRPr/>
            </a:pPr>
            <a:r>
              <a:rPr lang="en-US" altLang="zh-CN" sz="2200" dirty="0"/>
              <a:t>Matplotlib</a:t>
            </a:r>
            <a:r>
              <a:rPr lang="zh-CN" altLang="en-US" sz="2200" dirty="0"/>
              <a:t>是较为流行的用于绘制数据图表的</a:t>
            </a:r>
            <a:r>
              <a:rPr lang="en-US" altLang="zh-CN" sz="2200" dirty="0"/>
              <a:t>Python</a:t>
            </a:r>
            <a:r>
              <a:rPr lang="zh-CN" altLang="en-US" sz="2200" dirty="0"/>
              <a:t>库。</a:t>
            </a:r>
            <a:endParaRPr lang="en-US" altLang="zh-CN" sz="2200" dirty="0"/>
          </a:p>
          <a:p>
            <a:pPr>
              <a:defRPr/>
            </a:pPr>
            <a:r>
              <a:rPr lang="en-US" altLang="zh-CN" sz="2200" dirty="0"/>
              <a:t>Matplotlib</a:t>
            </a:r>
            <a:r>
              <a:rPr lang="zh-CN" altLang="en-US" sz="2200" dirty="0"/>
              <a:t>最初由约翰</a:t>
            </a:r>
            <a:r>
              <a:rPr lang="en-US" altLang="zh-CN" sz="2200" dirty="0"/>
              <a:t>·</a:t>
            </a:r>
            <a:r>
              <a:rPr lang="zh-CN" altLang="en-US" sz="2200" dirty="0"/>
              <a:t>亨特（</a:t>
            </a:r>
            <a:r>
              <a:rPr lang="en-US" altLang="zh-CN" sz="2200" dirty="0"/>
              <a:t>John </a:t>
            </a:r>
            <a:r>
              <a:rPr lang="en-US" altLang="zh-CN" sz="2200" dirty="0" err="1"/>
              <a:t>D.Hunter</a:t>
            </a:r>
            <a:r>
              <a:rPr lang="zh-CN" altLang="en-US" sz="2200" dirty="0"/>
              <a:t>，</a:t>
            </a:r>
            <a:r>
              <a:rPr lang="en-US" altLang="zh-CN" sz="2200" dirty="0"/>
              <a:t>JDH</a:t>
            </a:r>
            <a:r>
              <a:rPr lang="zh-CN" altLang="en-US" sz="2200" dirty="0"/>
              <a:t>）创建，目前由一个庞大的开发团队维护。</a:t>
            </a:r>
            <a:endParaRPr lang="en-US" altLang="zh-CN" sz="2200" dirty="0"/>
          </a:p>
          <a:p>
            <a:pPr>
              <a:defRPr/>
            </a:pPr>
            <a:r>
              <a:rPr lang="en-US" altLang="zh-CN" sz="2200" dirty="0"/>
              <a:t>Matplotlib</a:t>
            </a:r>
            <a:r>
              <a:rPr lang="zh-CN" altLang="en-US" sz="2200" dirty="0"/>
              <a:t>的操作比较容易，用户只需用几行代码即可生成直方图、功率谱图、条形图、错误图和散点图等图形。</a:t>
            </a:r>
            <a:endParaRPr lang="en-US" altLang="zh-CN" sz="2200" dirty="0"/>
          </a:p>
          <a:p>
            <a:pPr>
              <a:defRPr/>
            </a:pPr>
            <a:r>
              <a:rPr lang="en-US" altLang="zh-CN" sz="2200" dirty="0"/>
              <a:t>Matplotlib</a:t>
            </a:r>
            <a:r>
              <a:rPr lang="zh-CN" altLang="en-US" sz="2200" dirty="0"/>
              <a:t>提供了</a:t>
            </a:r>
            <a:r>
              <a:rPr lang="en-US" altLang="zh-CN" sz="2200" dirty="0" err="1"/>
              <a:t>pylab</a:t>
            </a:r>
            <a:r>
              <a:rPr lang="zh-CN" altLang="en-US" sz="2200" dirty="0"/>
              <a:t>的模块，其中包括了</a:t>
            </a:r>
            <a:r>
              <a:rPr lang="en-US" altLang="zh-CN" sz="2200" dirty="0"/>
              <a:t>NumPy</a:t>
            </a:r>
            <a:r>
              <a:rPr lang="zh-CN" altLang="en-US" sz="2200" dirty="0"/>
              <a:t>和</a:t>
            </a:r>
            <a:r>
              <a:rPr lang="en-US" altLang="zh-CN" sz="2200" dirty="0" err="1"/>
              <a:t>pyplot</a:t>
            </a:r>
            <a:r>
              <a:rPr lang="zh-CN" altLang="en-US" sz="2200" dirty="0"/>
              <a:t>中许多常用的函数，方便用户快速进行计算和绘图。</a:t>
            </a:r>
            <a:r>
              <a:rPr lang="en-US" altLang="zh-CN" sz="2200" dirty="0"/>
              <a:t>Matplotlib</a:t>
            </a:r>
            <a:r>
              <a:rPr lang="zh-CN" altLang="en-US" sz="2200" dirty="0"/>
              <a:t>与</a:t>
            </a:r>
            <a:r>
              <a:rPr lang="en-US" altLang="zh-CN" sz="2200" dirty="0" err="1"/>
              <a:t>IPython</a:t>
            </a:r>
            <a:r>
              <a:rPr lang="zh-CN" altLang="en-US" sz="2200" dirty="0"/>
              <a:t>的结合，提供了一种非常好用的交互式数据绘图环境。</a:t>
            </a:r>
            <a:endParaRPr lang="en-US" altLang="zh-CN" sz="2200" dirty="0"/>
          </a:p>
          <a:p>
            <a:pPr>
              <a:defRPr/>
            </a:pPr>
            <a:r>
              <a:rPr lang="zh-CN" altLang="en-US" sz="2200" dirty="0"/>
              <a:t>绘制的图表也是交互式的，读者可以利用绘图窗口中工具栏中的相应工具放大图表中的某个区域，或对整个图表进行平移浏览。</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
        <p:nvSpPr>
          <p:cNvPr id="3" name="内容占位符 2">
            <a:extLst>
              <a:ext uri="{FF2B5EF4-FFF2-40B4-BE49-F238E27FC236}">
                <a16:creationId xmlns:a16="http://schemas.microsoft.com/office/drawing/2014/main" id="{B25460F6-4A14-4ED0-B5B0-E6936EA32725}"/>
              </a:ext>
            </a:extLst>
          </p:cNvPr>
          <p:cNvSpPr>
            <a:spLocks noGrp="1"/>
          </p:cNvSpPr>
          <p:nvPr>
            <p:ph idx="10"/>
          </p:nvPr>
        </p:nvSpPr>
        <p:spPr>
          <a:xfrm>
            <a:off x="254876" y="1008007"/>
            <a:ext cx="11107601" cy="426469"/>
          </a:xfrm>
        </p:spPr>
        <p:txBody>
          <a:bodyPr/>
          <a:lstStyle/>
          <a:p>
            <a:r>
              <a:rPr lang="en-US" altLang="zh-CN" b="1" kern="100" dirty="0"/>
              <a:t>4. </a:t>
            </a:r>
            <a:r>
              <a:rPr lang="en-US" altLang="zh-CN" sz="2400" b="1" kern="100" dirty="0"/>
              <a:t>Matplotlib</a:t>
            </a:r>
          </a:p>
        </p:txBody>
      </p:sp>
    </p:spTree>
    <p:extLst>
      <p:ext uri="{BB962C8B-B14F-4D97-AF65-F5344CB8AC3E}">
        <p14:creationId xmlns:p14="http://schemas.microsoft.com/office/powerpoint/2010/main" val="195715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additive="base">
                                        <p:cTn id="3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 calcmode="lin" valueType="num">
                                      <p:cBhvr additive="base">
                                        <p:cTn id="3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442775"/>
            <a:ext cx="11107601" cy="4339721"/>
          </a:xfrm>
        </p:spPr>
        <p:txBody>
          <a:bodyPr/>
          <a:lstStyle/>
          <a:p>
            <a:r>
              <a:rPr lang="en-US" altLang="zh-CN" sz="2400" dirty="0"/>
              <a:t>seaborn</a:t>
            </a:r>
            <a:r>
              <a:rPr lang="zh-CN" altLang="zh-CN" sz="2400" dirty="0"/>
              <a:t>是基于</a:t>
            </a:r>
            <a:r>
              <a:rPr lang="en-US" altLang="zh-CN" sz="2400" dirty="0"/>
              <a:t>Matplotlib</a:t>
            </a:r>
            <a:r>
              <a:rPr lang="zh-CN" altLang="zh-CN" sz="2400" dirty="0"/>
              <a:t>的图形可视化</a:t>
            </a:r>
            <a:r>
              <a:rPr lang="en-US" altLang="zh-CN" sz="2400" dirty="0"/>
              <a:t>Python</a:t>
            </a:r>
            <a:r>
              <a:rPr lang="zh-CN" altLang="zh-CN" sz="2400" dirty="0"/>
              <a:t>库，它提供了一种高度交互式界面，便于用户能够做出各种有吸引力的统计图表。</a:t>
            </a:r>
          </a:p>
          <a:p>
            <a:r>
              <a:rPr lang="en-US" altLang="zh-CN" sz="2400" dirty="0"/>
              <a:t>seaborn</a:t>
            </a:r>
            <a:r>
              <a:rPr lang="zh-CN" altLang="zh-CN" sz="2400" dirty="0"/>
              <a:t>是在</a:t>
            </a:r>
            <a:r>
              <a:rPr lang="en-US" altLang="zh-CN" sz="2400" dirty="0"/>
              <a:t>Matplotlib</a:t>
            </a:r>
            <a:r>
              <a:rPr lang="zh-CN" altLang="zh-CN" sz="2400" dirty="0"/>
              <a:t>的基础上进行了更高级的</a:t>
            </a:r>
            <a:r>
              <a:rPr lang="en-US" altLang="zh-CN" sz="2400" dirty="0"/>
              <a:t>API</a:t>
            </a:r>
            <a:r>
              <a:rPr lang="zh-CN" altLang="zh-CN" sz="2400" dirty="0"/>
              <a:t>封装，使得作图更加容易。</a:t>
            </a:r>
            <a:endParaRPr lang="en-US" altLang="zh-CN" sz="2400" dirty="0"/>
          </a:p>
          <a:p>
            <a:r>
              <a:rPr lang="en-US" altLang="zh-CN" sz="2400" dirty="0"/>
              <a:t>seaborn</a:t>
            </a:r>
            <a:r>
              <a:rPr lang="zh-CN" altLang="zh-CN" sz="2400" dirty="0"/>
              <a:t>不需要了解大量的底层代码，即可使图形变得精致。</a:t>
            </a:r>
            <a:endParaRPr lang="en-US" altLang="zh-CN" sz="2400" dirty="0"/>
          </a:p>
          <a:p>
            <a:r>
              <a:rPr lang="zh-CN" altLang="zh-CN" sz="2400" dirty="0"/>
              <a:t>在大多数情况下，使用</a:t>
            </a:r>
            <a:r>
              <a:rPr lang="en-US" altLang="zh-CN" sz="2400" dirty="0"/>
              <a:t>seaborn</a:t>
            </a:r>
            <a:r>
              <a:rPr lang="zh-CN" altLang="zh-CN" sz="2400" dirty="0"/>
              <a:t>能做出很具有吸引力的图，而使用</a:t>
            </a:r>
            <a:r>
              <a:rPr lang="en-US" altLang="zh-CN" sz="2400" dirty="0"/>
              <a:t>Matplotlib</a:t>
            </a:r>
            <a:r>
              <a:rPr lang="zh-CN" altLang="zh-CN" sz="2400" dirty="0"/>
              <a:t>能制作具有更多特色的图。</a:t>
            </a:r>
            <a:endParaRPr lang="en-US" altLang="zh-CN" sz="2400" dirty="0"/>
          </a:p>
          <a:p>
            <a:r>
              <a:rPr lang="zh-CN" altLang="zh-CN" sz="2400" dirty="0"/>
              <a:t>因此，可将</a:t>
            </a:r>
            <a:r>
              <a:rPr lang="en-US" altLang="zh-CN" sz="2400" dirty="0"/>
              <a:t>seaborn</a:t>
            </a:r>
            <a:r>
              <a:rPr lang="zh-CN" altLang="zh-CN" sz="2400" dirty="0"/>
              <a:t>视为</a:t>
            </a:r>
            <a:r>
              <a:rPr lang="en-US" altLang="zh-CN" sz="2400" dirty="0"/>
              <a:t>Matplotlib</a:t>
            </a:r>
            <a:r>
              <a:rPr lang="zh-CN" altLang="zh-CN" sz="2400" dirty="0"/>
              <a:t>的补充，而不是替代物。同时，</a:t>
            </a:r>
            <a:r>
              <a:rPr lang="en-US" altLang="zh-CN" sz="2400" dirty="0"/>
              <a:t>seaborn</a:t>
            </a:r>
            <a:r>
              <a:rPr lang="zh-CN" altLang="zh-CN" sz="2400" dirty="0"/>
              <a:t>能高度兼容</a:t>
            </a:r>
            <a:r>
              <a:rPr lang="en-US" altLang="zh-CN" sz="2400" dirty="0"/>
              <a:t>NumPy</a:t>
            </a:r>
            <a:r>
              <a:rPr lang="zh-CN" altLang="zh-CN" sz="2400" dirty="0"/>
              <a:t>与</a:t>
            </a:r>
            <a:r>
              <a:rPr lang="en-US" altLang="zh-CN" sz="2400" dirty="0"/>
              <a:t>pandas</a:t>
            </a:r>
            <a:r>
              <a:rPr lang="zh-CN" altLang="zh-CN" sz="2400" dirty="0"/>
              <a:t>数据结构以及</a:t>
            </a:r>
            <a:r>
              <a:rPr lang="en-US" altLang="zh-CN" sz="2400" dirty="0" err="1"/>
              <a:t>scipy</a:t>
            </a:r>
            <a:r>
              <a:rPr lang="zh-CN" altLang="zh-CN" sz="2400" dirty="0"/>
              <a:t>等统计模式，可以在很大程度上帮助用户实现数据可视化。</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
        <p:nvSpPr>
          <p:cNvPr id="3" name="内容占位符 2">
            <a:extLst>
              <a:ext uri="{FF2B5EF4-FFF2-40B4-BE49-F238E27FC236}">
                <a16:creationId xmlns:a16="http://schemas.microsoft.com/office/drawing/2014/main" id="{B25460F6-4A14-4ED0-B5B0-E6936EA32725}"/>
              </a:ext>
            </a:extLst>
          </p:cNvPr>
          <p:cNvSpPr>
            <a:spLocks noGrp="1"/>
          </p:cNvSpPr>
          <p:nvPr>
            <p:ph idx="10"/>
          </p:nvPr>
        </p:nvSpPr>
        <p:spPr/>
        <p:txBody>
          <a:bodyPr/>
          <a:lstStyle/>
          <a:p>
            <a:r>
              <a:rPr lang="en-US" altLang="zh-CN" sz="2400" b="1" kern="100" dirty="0"/>
              <a:t>5. seaborn</a:t>
            </a:r>
          </a:p>
        </p:txBody>
      </p:sp>
    </p:spTree>
    <p:extLst>
      <p:ext uri="{BB962C8B-B14F-4D97-AF65-F5344CB8AC3E}">
        <p14:creationId xmlns:p14="http://schemas.microsoft.com/office/powerpoint/2010/main" val="50431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additive="base">
                                        <p:cTn id="3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 calcmode="lin" valueType="num">
                                      <p:cBhvr additive="base">
                                        <p:cTn id="3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p:txBody>
          <a:bodyPr/>
          <a:lstStyle/>
          <a:p>
            <a:r>
              <a:rPr lang="en-US" altLang="zh-CN" sz="2200" dirty="0" err="1"/>
              <a:t>Echarts</a:t>
            </a:r>
            <a:r>
              <a:rPr lang="zh-CN" altLang="zh-CN" sz="2200" dirty="0"/>
              <a:t>是一个由百度开源的数据可视化工具，凭借着良好的交互性，精巧的图表设计，得到了众多开发者的认可。</a:t>
            </a:r>
            <a:endParaRPr lang="en-US" altLang="zh-CN" sz="2200" dirty="0"/>
          </a:p>
          <a:p>
            <a:r>
              <a:rPr lang="zh-CN" altLang="zh-CN" sz="2200" dirty="0"/>
              <a:t>而</a:t>
            </a:r>
            <a:r>
              <a:rPr lang="en-US" altLang="zh-CN" sz="2200" dirty="0"/>
              <a:t>Python</a:t>
            </a:r>
            <a:r>
              <a:rPr lang="zh-CN" altLang="zh-CN" sz="2200" dirty="0"/>
              <a:t>是一门富有表达力的语言，很适合用于数据处理。</a:t>
            </a:r>
            <a:r>
              <a:rPr lang="en-US" altLang="zh-CN" sz="2200" dirty="0" err="1"/>
              <a:t>pyecharts</a:t>
            </a:r>
            <a:r>
              <a:rPr lang="zh-CN" altLang="zh-CN" sz="2200" dirty="0"/>
              <a:t>是</a:t>
            </a:r>
            <a:r>
              <a:rPr lang="en-US" altLang="zh-CN" sz="2200" dirty="0"/>
              <a:t>Python</a:t>
            </a:r>
            <a:r>
              <a:rPr lang="zh-CN" altLang="zh-CN" sz="2200" dirty="0"/>
              <a:t>与</a:t>
            </a:r>
            <a:r>
              <a:rPr lang="en-US" altLang="zh-CN" sz="2200" dirty="0" err="1"/>
              <a:t>Echarts</a:t>
            </a:r>
            <a:r>
              <a:rPr lang="zh-CN" altLang="zh-CN" sz="2200" dirty="0"/>
              <a:t>的结合。</a:t>
            </a:r>
          </a:p>
          <a:p>
            <a:r>
              <a:rPr lang="en-US" altLang="zh-CN" sz="2200" dirty="0" err="1"/>
              <a:t>pyecharts</a:t>
            </a:r>
            <a:r>
              <a:rPr lang="zh-CN" altLang="zh-CN" sz="2200" dirty="0"/>
              <a:t>可以展示动态交互图，对于展示数据更方便，当鼠标悬停在图上时，即可显示数值、标签等。</a:t>
            </a:r>
            <a:endParaRPr lang="en-US" altLang="zh-CN" sz="2200" dirty="0"/>
          </a:p>
          <a:p>
            <a:r>
              <a:rPr lang="en-US" altLang="zh-CN" sz="2200" dirty="0" err="1"/>
              <a:t>pyecharts</a:t>
            </a:r>
            <a:r>
              <a:rPr lang="zh-CN" altLang="zh-CN" sz="2200" dirty="0"/>
              <a:t>囊括了</a:t>
            </a:r>
            <a:r>
              <a:rPr lang="en-US" altLang="zh-CN" sz="2200" dirty="0"/>
              <a:t>30</a:t>
            </a:r>
            <a:r>
              <a:rPr lang="zh-CN" altLang="zh-CN" sz="2200" dirty="0"/>
              <a:t>多种常见图表，如</a:t>
            </a:r>
            <a:r>
              <a:rPr lang="en-US" altLang="zh-CN" sz="2200" dirty="0"/>
              <a:t>Bar</a:t>
            </a:r>
            <a:r>
              <a:rPr lang="zh-CN" altLang="zh-CN" sz="2200" dirty="0"/>
              <a:t>（柱形图</a:t>
            </a:r>
            <a:r>
              <a:rPr lang="en-US" altLang="zh-CN" sz="2200" dirty="0"/>
              <a:t>/</a:t>
            </a:r>
            <a:r>
              <a:rPr lang="zh-CN" altLang="zh-CN" sz="2200" dirty="0"/>
              <a:t>条形图）、</a:t>
            </a:r>
            <a:r>
              <a:rPr lang="en-US" altLang="zh-CN" sz="2200" dirty="0"/>
              <a:t>Boxplot</a:t>
            </a:r>
            <a:r>
              <a:rPr lang="zh-CN" altLang="zh-CN" sz="2200" dirty="0"/>
              <a:t>（箱形图）、</a:t>
            </a:r>
            <a:r>
              <a:rPr lang="en-US" altLang="zh-CN" sz="2200" dirty="0"/>
              <a:t>Funnel</a:t>
            </a:r>
            <a:r>
              <a:rPr lang="zh-CN" altLang="zh-CN" sz="2200" dirty="0"/>
              <a:t>（漏斗图）、</a:t>
            </a:r>
            <a:r>
              <a:rPr lang="en-US" altLang="zh-CN" sz="2200" dirty="0"/>
              <a:t>Gauge</a:t>
            </a:r>
            <a:r>
              <a:rPr lang="zh-CN" altLang="zh-CN" sz="2200" dirty="0"/>
              <a:t>（仪表盘）、</a:t>
            </a:r>
            <a:r>
              <a:rPr lang="en-US" altLang="zh-CN" sz="2200" dirty="0"/>
              <a:t>Graph</a:t>
            </a:r>
            <a:r>
              <a:rPr lang="zh-CN" altLang="zh-CN" sz="2200" dirty="0"/>
              <a:t>（关系图）、</a:t>
            </a:r>
            <a:r>
              <a:rPr lang="en-US" altLang="zh-CN" sz="2200" dirty="0" err="1"/>
              <a:t>HeatMap</a:t>
            </a:r>
            <a:r>
              <a:rPr lang="zh-CN" altLang="zh-CN" sz="2200" dirty="0"/>
              <a:t>（热力图）、</a:t>
            </a:r>
            <a:r>
              <a:rPr lang="en-US" altLang="zh-CN" sz="2200" dirty="0"/>
              <a:t>Radar</a:t>
            </a:r>
            <a:r>
              <a:rPr lang="zh-CN" altLang="zh-CN" sz="2200" dirty="0"/>
              <a:t>（雷达图）、</a:t>
            </a:r>
            <a:r>
              <a:rPr lang="en-US" altLang="zh-CN" sz="2200" dirty="0"/>
              <a:t>Sankey</a:t>
            </a:r>
            <a:r>
              <a:rPr lang="zh-CN" altLang="zh-CN" sz="2200" dirty="0"/>
              <a:t>（桑基图）、</a:t>
            </a:r>
            <a:r>
              <a:rPr lang="en-US" altLang="zh-CN" sz="2200" dirty="0"/>
              <a:t>Scatter</a:t>
            </a:r>
            <a:r>
              <a:rPr lang="zh-CN" altLang="zh-CN" sz="2200" dirty="0"/>
              <a:t>（散点图）、</a:t>
            </a:r>
            <a:r>
              <a:rPr lang="en-US" altLang="zh-CN" sz="2200" dirty="0" err="1"/>
              <a:t>WordCloud</a:t>
            </a:r>
            <a:r>
              <a:rPr lang="zh-CN" altLang="zh-CN" sz="2200" dirty="0"/>
              <a:t>（词云图）等。</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
        <p:nvSpPr>
          <p:cNvPr id="3" name="内容占位符 2">
            <a:extLst>
              <a:ext uri="{FF2B5EF4-FFF2-40B4-BE49-F238E27FC236}">
                <a16:creationId xmlns:a16="http://schemas.microsoft.com/office/drawing/2014/main" id="{B25460F6-4A14-4ED0-B5B0-E6936EA32725}"/>
              </a:ext>
            </a:extLst>
          </p:cNvPr>
          <p:cNvSpPr>
            <a:spLocks noGrp="1"/>
          </p:cNvSpPr>
          <p:nvPr>
            <p:ph idx="10"/>
          </p:nvPr>
        </p:nvSpPr>
        <p:spPr/>
        <p:txBody>
          <a:bodyPr/>
          <a:lstStyle/>
          <a:p>
            <a:r>
              <a:rPr lang="en-US" altLang="zh-CN" sz="2400" b="1" kern="100" dirty="0"/>
              <a:t>6. </a:t>
            </a:r>
            <a:r>
              <a:rPr lang="en-US" altLang="zh-CN" sz="2400" b="1" kern="100" dirty="0" err="1"/>
              <a:t>pyecharts</a:t>
            </a:r>
            <a:endParaRPr lang="en-US" altLang="zh-CN" sz="2400" b="1" kern="100" dirty="0"/>
          </a:p>
        </p:txBody>
      </p:sp>
    </p:spTree>
    <p:extLst>
      <p:ext uri="{BB962C8B-B14F-4D97-AF65-F5344CB8AC3E}">
        <p14:creationId xmlns:p14="http://schemas.microsoft.com/office/powerpoint/2010/main" val="1801543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additive="base">
                                        <p:cTn id="3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379299"/>
            <a:ext cx="11107601" cy="4339721"/>
          </a:xfrm>
        </p:spPr>
        <p:txBody>
          <a:bodyPr/>
          <a:lstStyle/>
          <a:p>
            <a:r>
              <a:rPr lang="en-US" altLang="zh-CN" sz="2400" dirty="0"/>
              <a:t>scikit-learn</a:t>
            </a:r>
            <a:r>
              <a:rPr lang="zh-CN" altLang="zh-CN" sz="2400" dirty="0"/>
              <a:t>是一个简单有效的数据挖掘和数据分析工具，可以供用户在各种环境下重复使用。</a:t>
            </a:r>
            <a:endParaRPr lang="en-US" altLang="zh-CN" sz="2400" dirty="0"/>
          </a:p>
          <a:p>
            <a:r>
              <a:rPr lang="en-US" altLang="zh-CN" sz="2400" dirty="0"/>
              <a:t>scikit-learn</a:t>
            </a:r>
            <a:r>
              <a:rPr lang="zh-CN" altLang="zh-CN" sz="2400" dirty="0"/>
              <a:t>建立在</a:t>
            </a:r>
            <a:r>
              <a:rPr lang="en-US" altLang="zh-CN" sz="2400" dirty="0"/>
              <a:t>NumPy</a:t>
            </a:r>
            <a:r>
              <a:rPr lang="zh-CN" altLang="zh-CN" sz="2400" dirty="0"/>
              <a:t>、</a:t>
            </a:r>
            <a:r>
              <a:rPr lang="en-US" altLang="zh-CN" sz="2400" dirty="0"/>
              <a:t>SciPy</a:t>
            </a:r>
            <a:r>
              <a:rPr lang="zh-CN" altLang="zh-CN" sz="2400" dirty="0"/>
              <a:t>和</a:t>
            </a:r>
            <a:r>
              <a:rPr lang="en-US" altLang="zh-CN" sz="2400" dirty="0"/>
              <a:t>Matplotlib</a:t>
            </a:r>
            <a:r>
              <a:rPr lang="zh-CN" altLang="zh-CN" sz="2400" dirty="0"/>
              <a:t>基础之上，对一些常用的算法方法进行了封装。</a:t>
            </a:r>
            <a:endParaRPr lang="en-US" altLang="zh-CN" sz="2400" dirty="0"/>
          </a:p>
          <a:p>
            <a:r>
              <a:rPr lang="zh-CN" altLang="zh-CN" sz="2400" dirty="0"/>
              <a:t>目前，</a:t>
            </a:r>
            <a:r>
              <a:rPr lang="en-US" altLang="zh-CN" sz="2400" dirty="0"/>
              <a:t>scikit-learn</a:t>
            </a:r>
            <a:r>
              <a:rPr lang="zh-CN" altLang="zh-CN" sz="2400" dirty="0"/>
              <a:t>的基本模块主要有数据预处理、模型选择、分类、聚类、数据降维和回归</a:t>
            </a:r>
            <a:r>
              <a:rPr lang="en-US" altLang="zh-CN" sz="2400" dirty="0"/>
              <a:t>6</a:t>
            </a:r>
            <a:r>
              <a:rPr lang="zh-CN" altLang="zh-CN" sz="2400" dirty="0"/>
              <a:t>个。</a:t>
            </a:r>
            <a:endParaRPr lang="en-US" altLang="zh-CN" sz="2400" dirty="0"/>
          </a:p>
          <a:p>
            <a:r>
              <a:rPr lang="zh-CN" altLang="zh-CN" sz="2400" dirty="0"/>
              <a:t>在数据量不大的情况下，</a:t>
            </a:r>
            <a:r>
              <a:rPr lang="en-US" altLang="zh-CN" sz="2400" dirty="0"/>
              <a:t>scikit-learn</a:t>
            </a:r>
            <a:r>
              <a:rPr lang="zh-CN" altLang="zh-CN" sz="2400" dirty="0"/>
              <a:t>可以解决大部分问题。对算法不精通的用户在执行建模任务时，并不需要自行编写所有的算法，只需要简单地调用</a:t>
            </a:r>
            <a:r>
              <a:rPr lang="en-US" altLang="zh-CN" sz="2400" dirty="0"/>
              <a:t>scikit-learn</a:t>
            </a:r>
            <a:r>
              <a:rPr lang="zh-CN" altLang="zh-CN" sz="2400" dirty="0"/>
              <a:t>库里的模块即可。</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sz="2800" dirty="0">
                <a:latin typeface="Times New Roman" panose="02020603050405020304" pitchFamily="18" charset="0"/>
                <a:ea typeface="宋体" panose="02010600030101010101" pitchFamily="2" charset="-122"/>
              </a:rPr>
              <a:t>了解</a:t>
            </a:r>
            <a:r>
              <a:rPr kumimoji="0" lang="en-US" altLang="zh-CN" sz="2800" dirty="0">
                <a:latin typeface="Times New Roman" panose="02020603050405020304" pitchFamily="18" charset="0"/>
                <a:ea typeface="宋体" panose="02010600030101010101" pitchFamily="2" charset="-122"/>
              </a:rPr>
              <a:t>Python</a:t>
            </a:r>
            <a:r>
              <a:rPr kumimoji="0" lang="zh-CN" altLang="en-US" sz="2800" dirty="0">
                <a:latin typeface="Times New Roman" panose="02020603050405020304" pitchFamily="18" charset="0"/>
                <a:ea typeface="宋体" panose="02010600030101010101" pitchFamily="2" charset="-122"/>
              </a:rPr>
              <a:t>数据分析常用类库</a:t>
            </a:r>
            <a:endParaRPr lang="zh-CN" altLang="en-US" sz="2800" dirty="0">
              <a:latin typeface="Times New Roman" panose="02020603050405020304" pitchFamily="18" charset="0"/>
            </a:endParaRPr>
          </a:p>
        </p:txBody>
      </p:sp>
      <p:sp>
        <p:nvSpPr>
          <p:cNvPr id="3" name="内容占位符 2">
            <a:extLst>
              <a:ext uri="{FF2B5EF4-FFF2-40B4-BE49-F238E27FC236}">
                <a16:creationId xmlns:a16="http://schemas.microsoft.com/office/drawing/2014/main" id="{B25460F6-4A14-4ED0-B5B0-E6936EA32725}"/>
              </a:ext>
            </a:extLst>
          </p:cNvPr>
          <p:cNvSpPr>
            <a:spLocks noGrp="1"/>
          </p:cNvSpPr>
          <p:nvPr>
            <p:ph idx="10"/>
          </p:nvPr>
        </p:nvSpPr>
        <p:spPr/>
        <p:txBody>
          <a:bodyPr/>
          <a:lstStyle/>
          <a:p>
            <a:r>
              <a:rPr lang="en-US" altLang="zh-CN" sz="2400" b="1" kern="100" dirty="0"/>
              <a:t>7. scikit-learn</a:t>
            </a:r>
          </a:p>
        </p:txBody>
      </p:sp>
    </p:spTree>
    <p:extLst>
      <p:ext uri="{BB962C8B-B14F-4D97-AF65-F5344CB8AC3E}">
        <p14:creationId xmlns:p14="http://schemas.microsoft.com/office/powerpoint/2010/main" val="338680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additive="base">
                                        <p:cTn id="3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a:off x="2649786" y="4002873"/>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16517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zh-CN" altLang="zh-CN" sz="2400" b="1" dirty="0">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2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608672"/>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sym typeface="微软雅黑" pitchFamily="34" charset="-122"/>
              </a:rPr>
              <a:t>熟悉</a:t>
            </a:r>
            <a:r>
              <a:rPr lang="en-US" altLang="zh-CN" sz="2400" b="1" dirty="0">
                <a:latin typeface="Times New Roman" panose="02020603050405020304" pitchFamily="18" charset="0"/>
                <a:ea typeface="宋体" panose="02010600030101010101" pitchFamily="2" charset="-122"/>
                <a:sym typeface="微软雅黑" pitchFamily="34" charset="-122"/>
              </a:rPr>
              <a:t>Python</a:t>
            </a:r>
            <a:r>
              <a:rPr lang="zh-CN" altLang="en-US" sz="2400" b="1" dirty="0">
                <a:latin typeface="Times New Roman" panose="02020603050405020304" pitchFamily="18" charset="0"/>
                <a:ea typeface="宋体" panose="02010600030101010101" pitchFamily="2" charset="-122"/>
                <a:sym typeface="微软雅黑" pitchFamily="34" charset="-122"/>
              </a:rPr>
              <a:t>数据分析的工具</a:t>
            </a:r>
            <a:endParaRPr lang="zh-CN" altLang="en-US" sz="2400" b="1" dirty="0">
              <a:latin typeface="Times New Roman" panose="02020603050405020304" pitchFamily="18" charset="0"/>
              <a:ea typeface="宋体" panose="02010600030101010101" pitchFamily="2" charset="-122"/>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157974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rPr>
              <a:t>认识数据分析</a:t>
            </a: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2626672"/>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2</a:t>
            </a:r>
          </a:p>
        </p:txBody>
      </p:sp>
      <p:sp>
        <p:nvSpPr>
          <p:cNvPr id="21"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3660873"/>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安装</a:t>
            </a:r>
            <a:r>
              <a:rPr lang="en-US" altLang="zh-CN" sz="2400" b="1" dirty="0">
                <a:latin typeface="Times New Roman" panose="02020603050405020304" pitchFamily="18" charset="0"/>
                <a:ea typeface="宋体" panose="02010600030101010101" pitchFamily="2" charset="-122"/>
              </a:rPr>
              <a:t>Python</a:t>
            </a:r>
            <a:r>
              <a:rPr lang="zh-CN" altLang="en-US" sz="2400" b="1" dirty="0">
                <a:latin typeface="Times New Roman" panose="02020603050405020304" pitchFamily="18" charset="0"/>
                <a:ea typeface="宋体" panose="02010600030101010101" pitchFamily="2" charset="-122"/>
              </a:rPr>
              <a:t>的</a:t>
            </a:r>
            <a:r>
              <a:rPr lang="en-US" altLang="zh-CN" sz="2400" b="1" dirty="0">
                <a:latin typeface="Times New Roman" panose="02020603050405020304" pitchFamily="18" charset="0"/>
                <a:ea typeface="宋体" panose="02010600030101010101" pitchFamily="2" charset="-122"/>
              </a:rPr>
              <a:t>Anaconda</a:t>
            </a:r>
            <a:r>
              <a:rPr lang="zh-CN" altLang="en-US" sz="2400" b="1" dirty="0">
                <a:latin typeface="Times New Roman" panose="02020603050405020304" pitchFamily="18" charset="0"/>
                <a:ea typeface="宋体" panose="02010600030101010101" pitchFamily="2" charset="-122"/>
              </a:rPr>
              <a:t>发行版</a:t>
            </a: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678873"/>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eaLnBrk="1" hangingPunct="1">
              <a:defRPr/>
            </a:pPr>
            <a:r>
              <a:rPr lang="en-US" altLang="zh-CN" sz="2400" b="1" dirty="0">
                <a:solidFill>
                  <a:schemeClr val="bg1"/>
                </a:solidFill>
                <a:latin typeface="Times New Roman" panose="02020603050405020304" pitchFamily="18" charset="0"/>
              </a:rPr>
              <a:t>3</a:t>
            </a:r>
          </a:p>
        </p:txBody>
      </p:sp>
    </p:spTree>
    <p:extLst>
      <p:ext uri="{BB962C8B-B14F-4D97-AF65-F5344CB8AC3E}">
        <p14:creationId xmlns:p14="http://schemas.microsoft.com/office/powerpoint/2010/main" val="1629015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p:txBody>
          <a:bodyPr/>
          <a:lstStyle/>
          <a:p>
            <a:r>
              <a:rPr lang="en-US" altLang="zh-CN" dirty="0"/>
              <a:t>Python</a:t>
            </a:r>
            <a:r>
              <a:rPr lang="zh-CN" altLang="zh-CN" dirty="0"/>
              <a:t>拥有</a:t>
            </a:r>
            <a:r>
              <a:rPr lang="en-US" altLang="zh-CN" dirty="0"/>
              <a:t>NumPy</a:t>
            </a:r>
            <a:r>
              <a:rPr lang="zh-CN" altLang="zh-CN" dirty="0"/>
              <a:t>、</a:t>
            </a:r>
            <a:r>
              <a:rPr lang="en-US" altLang="zh-CN" dirty="0"/>
              <a:t>SciPy</a:t>
            </a:r>
            <a:r>
              <a:rPr lang="zh-CN" altLang="zh-CN" dirty="0"/>
              <a:t>、</a:t>
            </a:r>
            <a:r>
              <a:rPr lang="en-US" altLang="zh-CN" dirty="0"/>
              <a:t>pandas</a:t>
            </a:r>
            <a:r>
              <a:rPr lang="zh-CN" altLang="zh-CN" dirty="0"/>
              <a:t>、</a:t>
            </a:r>
            <a:r>
              <a:rPr lang="en-US" altLang="zh-CN" dirty="0"/>
              <a:t>Matplotlib</a:t>
            </a:r>
            <a:r>
              <a:rPr lang="zh-CN" altLang="zh-CN" dirty="0"/>
              <a:t>、</a:t>
            </a:r>
            <a:r>
              <a:rPr lang="en-US" altLang="zh-CN" dirty="0"/>
              <a:t>seaborn</a:t>
            </a:r>
            <a:r>
              <a:rPr lang="zh-CN" altLang="zh-CN" dirty="0"/>
              <a:t>、</a:t>
            </a:r>
            <a:r>
              <a:rPr lang="en-US" altLang="zh-CN" dirty="0" err="1"/>
              <a:t>pyecharts</a:t>
            </a:r>
            <a:r>
              <a:rPr lang="zh-CN" altLang="zh-CN" dirty="0"/>
              <a:t>和</a:t>
            </a:r>
            <a:r>
              <a:rPr lang="en-US" altLang="zh-CN" dirty="0"/>
              <a:t>scikit-learn</a:t>
            </a:r>
            <a:r>
              <a:rPr lang="zh-CN" altLang="zh-CN" dirty="0"/>
              <a:t>等功能齐全、接口统一的库，能为数据分析工作提供极大的便利。</a:t>
            </a:r>
            <a:endParaRPr lang="en-US" altLang="zh-CN" dirty="0"/>
          </a:p>
          <a:p>
            <a:r>
              <a:rPr lang="zh-CN" altLang="zh-CN" dirty="0"/>
              <a:t>库的管理和版本问题，使得数据分析人员并不能够专注于数据分析，而是将大量的时间花费在与环境配置相关的问题上。基于上述原因，</a:t>
            </a:r>
            <a:r>
              <a:rPr lang="en-US" altLang="zh-CN" dirty="0"/>
              <a:t>Anaconda</a:t>
            </a:r>
            <a:r>
              <a:rPr lang="zh-CN" altLang="zh-CN" dirty="0"/>
              <a:t>发行版应运而生。</a:t>
            </a:r>
            <a:endParaRPr lang="en-US" altLang="zh-CN" dirty="0"/>
          </a:p>
          <a:p>
            <a:r>
              <a:rPr lang="en-US" altLang="zh-CN" dirty="0"/>
              <a:t>Anaconda</a:t>
            </a:r>
            <a:r>
              <a:rPr lang="zh-CN" altLang="zh-CN" dirty="0"/>
              <a:t>发行版</a:t>
            </a:r>
            <a:r>
              <a:rPr lang="en-US" altLang="zh-CN" dirty="0"/>
              <a:t>Python</a:t>
            </a:r>
            <a:r>
              <a:rPr lang="zh-CN" altLang="zh-CN" dirty="0"/>
              <a:t>预装了</a:t>
            </a:r>
            <a:r>
              <a:rPr lang="en-US" altLang="zh-CN" dirty="0"/>
              <a:t>150</a:t>
            </a:r>
            <a:r>
              <a:rPr lang="zh-CN" altLang="zh-CN" dirty="0"/>
              <a:t>个以上的常用</a:t>
            </a:r>
            <a:r>
              <a:rPr lang="en-US" altLang="zh-CN" dirty="0"/>
              <a:t>Packages</a:t>
            </a:r>
            <a:r>
              <a:rPr lang="zh-CN" altLang="zh-CN" dirty="0"/>
              <a:t>，囊括了数据分析常用的</a:t>
            </a:r>
            <a:r>
              <a:rPr lang="en-US" altLang="zh-CN" dirty="0"/>
              <a:t>NumPy</a:t>
            </a:r>
            <a:r>
              <a:rPr lang="zh-CN" altLang="zh-CN" dirty="0"/>
              <a:t>、</a:t>
            </a:r>
            <a:r>
              <a:rPr lang="en-US" altLang="zh-CN" dirty="0"/>
              <a:t>SciPy</a:t>
            </a:r>
            <a:r>
              <a:rPr lang="zh-CN" altLang="zh-CN" dirty="0"/>
              <a:t>、</a:t>
            </a:r>
            <a:r>
              <a:rPr lang="en-US" altLang="zh-CN" dirty="0"/>
              <a:t>Matplotlib</a:t>
            </a:r>
            <a:r>
              <a:rPr lang="zh-CN" altLang="zh-CN" dirty="0"/>
              <a:t>、</a:t>
            </a:r>
            <a:r>
              <a:rPr lang="en-US" altLang="zh-CN" dirty="0"/>
              <a:t>seaborn</a:t>
            </a:r>
            <a:r>
              <a:rPr lang="zh-CN" altLang="zh-CN" dirty="0"/>
              <a:t>、</a:t>
            </a:r>
            <a:r>
              <a:rPr lang="en-US" altLang="zh-CN" dirty="0" err="1"/>
              <a:t>pyecharts</a:t>
            </a:r>
            <a:r>
              <a:rPr lang="zh-CN" altLang="zh-CN" dirty="0"/>
              <a:t>、</a:t>
            </a:r>
            <a:r>
              <a:rPr lang="en-US" altLang="zh-CN" dirty="0"/>
              <a:t>pandas</a:t>
            </a:r>
            <a:r>
              <a:rPr lang="zh-CN" altLang="zh-CN" dirty="0"/>
              <a:t>、</a:t>
            </a:r>
            <a:r>
              <a:rPr lang="en-US" altLang="zh-CN" dirty="0"/>
              <a:t>scikit-learn</a:t>
            </a:r>
            <a:r>
              <a:rPr lang="zh-CN" altLang="zh-CN" dirty="0"/>
              <a:t>库，使得数据分析人员能够更加顺畅、专注地使用</a:t>
            </a:r>
            <a:r>
              <a:rPr lang="en-US" altLang="zh-CN" dirty="0"/>
              <a:t>Python</a:t>
            </a:r>
            <a:r>
              <a:rPr lang="zh-CN" altLang="zh-CN" dirty="0"/>
              <a:t>解决数据分析相关问题。</a:t>
            </a:r>
          </a:p>
          <a:p>
            <a:r>
              <a:rPr lang="zh-CN" altLang="zh-CN" dirty="0"/>
              <a:t>推荐数据分析初学者（尤其是</a:t>
            </a:r>
            <a:r>
              <a:rPr lang="en-US" altLang="zh-CN" dirty="0"/>
              <a:t>Windows</a:t>
            </a:r>
            <a:r>
              <a:rPr lang="zh-CN" altLang="zh-CN" dirty="0"/>
              <a:t>系统用户）安装此</a:t>
            </a:r>
            <a:r>
              <a:rPr lang="en-US" altLang="zh-CN" dirty="0"/>
              <a:t>Python</a:t>
            </a:r>
            <a:r>
              <a:rPr lang="zh-CN" altLang="zh-CN" dirty="0"/>
              <a:t>发行版。只需要到</a:t>
            </a:r>
            <a:r>
              <a:rPr lang="en-US" altLang="zh-CN" dirty="0"/>
              <a:t>Anaconda</a:t>
            </a:r>
            <a:r>
              <a:rPr lang="zh-CN" altLang="zh-CN" dirty="0"/>
              <a:t>官方网站下载适合自身的安装包即可。</a:t>
            </a:r>
          </a:p>
          <a:p>
            <a:pPr marL="0" indent="0">
              <a:buNone/>
            </a:pPr>
            <a:endParaRPr lang="zh-CN" altLang="zh-CN" dirty="0"/>
          </a:p>
          <a:p>
            <a:endParaRPr lang="zh-CN" altLang="zh-CN"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安装</a:t>
            </a:r>
            <a:r>
              <a:rPr kumimoji="0" lang="en-US" altLang="zh-CN" dirty="0">
                <a:latin typeface="Times New Roman" panose="02020603050405020304" pitchFamily="18" charset="0"/>
                <a:ea typeface="宋体" panose="02010600030101010101" pitchFamily="2" charset="-122"/>
              </a:rPr>
              <a:t>Python</a:t>
            </a:r>
            <a:r>
              <a:rPr kumimoji="0" lang="zh-CN" altLang="en-US" dirty="0">
                <a:latin typeface="Times New Roman" panose="02020603050405020304" pitchFamily="18" charset="0"/>
                <a:ea typeface="宋体" panose="02010600030101010101" pitchFamily="2" charset="-122"/>
              </a:rPr>
              <a:t>的</a:t>
            </a:r>
            <a:r>
              <a:rPr kumimoji="0" lang="en-US" altLang="zh-CN" dirty="0">
                <a:latin typeface="Times New Roman" panose="02020603050405020304" pitchFamily="18" charset="0"/>
                <a:ea typeface="宋体" panose="02010600030101010101" pitchFamily="2" charset="-122"/>
              </a:rPr>
              <a:t>Anaconda</a:t>
            </a:r>
            <a:r>
              <a:rPr kumimoji="0" lang="zh-CN" altLang="en-US" dirty="0">
                <a:latin typeface="Times New Roman" panose="02020603050405020304" pitchFamily="18" charset="0"/>
                <a:ea typeface="宋体" panose="02010600030101010101" pitchFamily="2" charset="-122"/>
              </a:rPr>
              <a:t>发行版</a:t>
            </a:r>
          </a:p>
        </p:txBody>
      </p:sp>
    </p:spTree>
    <p:extLst>
      <p:ext uri="{BB962C8B-B14F-4D97-AF65-F5344CB8AC3E}">
        <p14:creationId xmlns:p14="http://schemas.microsoft.com/office/powerpoint/2010/main" val="1618290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p:txBody>
          <a:bodyPr/>
          <a:lstStyle/>
          <a:p>
            <a:pPr marL="0" indent="0">
              <a:buNone/>
            </a:pPr>
            <a:r>
              <a:rPr lang="en-US" altLang="zh-CN" dirty="0"/>
              <a:t>Python</a:t>
            </a:r>
            <a:r>
              <a:rPr lang="zh-CN" altLang="zh-CN" dirty="0"/>
              <a:t>的</a:t>
            </a:r>
            <a:r>
              <a:rPr lang="en-US" altLang="zh-CN" dirty="0"/>
              <a:t>Anaconda</a:t>
            </a:r>
            <a:r>
              <a:rPr lang="zh-CN" altLang="zh-CN" dirty="0"/>
              <a:t>发行版主要有以下几个特点。</a:t>
            </a:r>
          </a:p>
          <a:p>
            <a:r>
              <a:rPr lang="zh-CN" altLang="zh-CN" dirty="0"/>
              <a:t>包含了众多流行的科学、数学、工程和数据分析的</a:t>
            </a:r>
            <a:r>
              <a:rPr lang="en-US" altLang="zh-CN" dirty="0"/>
              <a:t>Python</a:t>
            </a:r>
            <a:r>
              <a:rPr lang="zh-CN" altLang="zh-CN" dirty="0"/>
              <a:t>库。</a:t>
            </a:r>
          </a:p>
          <a:p>
            <a:r>
              <a:rPr lang="zh-CN" altLang="zh-CN" dirty="0"/>
              <a:t>完全开源和免费。</a:t>
            </a:r>
          </a:p>
          <a:p>
            <a:r>
              <a:rPr lang="zh-CN" altLang="zh-CN" dirty="0"/>
              <a:t>额外的加速和优化是收费的，但对于学术用途，可以申请免费的</a:t>
            </a:r>
            <a:r>
              <a:rPr lang="en-US" altLang="zh-CN" dirty="0"/>
              <a:t>License</a:t>
            </a:r>
            <a:r>
              <a:rPr lang="zh-CN" altLang="en-US" dirty="0"/>
              <a:t>许可证</a:t>
            </a:r>
            <a:r>
              <a:rPr lang="zh-CN" altLang="zh-CN" dirty="0"/>
              <a:t>。</a:t>
            </a:r>
          </a:p>
          <a:p>
            <a:r>
              <a:rPr lang="zh-CN" altLang="zh-CN" dirty="0"/>
              <a:t>全平台支持</a:t>
            </a:r>
            <a:r>
              <a:rPr lang="en-US" altLang="zh-CN" dirty="0"/>
              <a:t>Linux</a:t>
            </a:r>
            <a:r>
              <a:rPr lang="zh-CN" altLang="zh-CN" dirty="0"/>
              <a:t>、</a:t>
            </a:r>
            <a:r>
              <a:rPr lang="en-US" altLang="zh-CN" dirty="0"/>
              <a:t>Windows</a:t>
            </a:r>
            <a:r>
              <a:rPr lang="zh-CN" altLang="zh-CN" dirty="0"/>
              <a:t>、</a:t>
            </a:r>
            <a:r>
              <a:rPr lang="en-US" altLang="zh-CN" dirty="0"/>
              <a:t>Mac</a:t>
            </a:r>
            <a:r>
              <a:rPr lang="zh-CN" altLang="zh-CN" dirty="0"/>
              <a:t>；支持</a:t>
            </a:r>
            <a:r>
              <a:rPr lang="en-US" altLang="zh-CN" dirty="0"/>
              <a:t>Python 2.6</a:t>
            </a:r>
            <a:r>
              <a:rPr lang="zh-CN" altLang="zh-CN" dirty="0"/>
              <a:t>、</a:t>
            </a:r>
            <a:r>
              <a:rPr lang="en-US" altLang="zh-CN" dirty="0"/>
              <a:t>2.7</a:t>
            </a:r>
            <a:r>
              <a:rPr lang="zh-CN" altLang="zh-CN" dirty="0"/>
              <a:t>、</a:t>
            </a:r>
            <a:r>
              <a:rPr lang="en-US" altLang="zh-CN" dirty="0"/>
              <a:t>3.4</a:t>
            </a:r>
            <a:r>
              <a:rPr lang="zh-CN" altLang="zh-CN" dirty="0"/>
              <a:t>、</a:t>
            </a:r>
            <a:r>
              <a:rPr lang="en-US" altLang="zh-CN" dirty="0"/>
              <a:t>3.5</a:t>
            </a:r>
            <a:r>
              <a:rPr lang="zh-CN" altLang="zh-CN" dirty="0"/>
              <a:t>、</a:t>
            </a:r>
            <a:r>
              <a:rPr lang="en-US" altLang="zh-CN" dirty="0"/>
              <a:t>3.6</a:t>
            </a:r>
            <a:r>
              <a:rPr lang="zh-CN" altLang="zh-CN" dirty="0"/>
              <a:t>和</a:t>
            </a:r>
            <a:r>
              <a:rPr lang="en-US" altLang="zh-CN" dirty="0"/>
              <a:t>3.8</a:t>
            </a:r>
            <a:r>
              <a:rPr lang="zh-CN" altLang="zh-CN" dirty="0"/>
              <a:t>等，可自由切换。</a:t>
            </a:r>
          </a:p>
          <a:p>
            <a:endParaRPr lang="zh-CN" altLang="zh-CN"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了解</a:t>
            </a:r>
            <a:r>
              <a:rPr kumimoji="0" lang="en-US" altLang="zh-CN" dirty="0">
                <a:latin typeface="Times New Roman" panose="02020603050405020304" pitchFamily="18" charset="0"/>
                <a:ea typeface="宋体" panose="02010600030101010101" pitchFamily="2" charset="-122"/>
              </a:rPr>
              <a:t>Python</a:t>
            </a:r>
            <a:r>
              <a:rPr kumimoji="0" lang="zh-CN" altLang="en-US" dirty="0">
                <a:latin typeface="Times New Roman" panose="02020603050405020304" pitchFamily="18" charset="0"/>
                <a:ea typeface="宋体" panose="02010600030101010101" pitchFamily="2" charset="-122"/>
              </a:rPr>
              <a:t>的</a:t>
            </a:r>
            <a:r>
              <a:rPr kumimoji="0" lang="en-US" altLang="zh-CN" dirty="0">
                <a:latin typeface="Times New Roman" panose="02020603050405020304" pitchFamily="18" charset="0"/>
                <a:ea typeface="宋体" panose="02010600030101010101" pitchFamily="2" charset="-122"/>
              </a:rPr>
              <a:t>Anaconda</a:t>
            </a:r>
            <a:r>
              <a:rPr kumimoji="0" lang="zh-CN" altLang="en-US" dirty="0">
                <a:latin typeface="Times New Roman" panose="02020603050405020304" pitchFamily="18" charset="0"/>
                <a:ea typeface="宋体" panose="02010600030101010101" pitchFamily="2" charset="-122"/>
              </a:rPr>
              <a:t>发行版</a:t>
            </a:r>
            <a:endParaRPr lang="zh-CN" altLang="en-US" dirty="0">
              <a:latin typeface="Times New Roman" panose="02020603050405020304" pitchFamily="18" charset="0"/>
            </a:endParaRPr>
          </a:p>
        </p:txBody>
      </p:sp>
    </p:spTree>
    <p:extLst>
      <p:ext uri="{BB962C8B-B14F-4D97-AF65-F5344CB8AC3E}">
        <p14:creationId xmlns:p14="http://schemas.microsoft.com/office/powerpoint/2010/main" val="229569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1"/>
            <a:ext cx="4485065" cy="5277368"/>
          </a:xfrm>
        </p:spPr>
        <p:txBody>
          <a:bodyPr/>
          <a:lstStyle/>
          <a:p>
            <a:pPr marL="0" indent="0">
              <a:buNone/>
            </a:pPr>
            <a:r>
              <a:rPr lang="zh-CN" altLang="en-US" dirty="0"/>
              <a:t>进入</a:t>
            </a:r>
            <a:r>
              <a:rPr lang="en-US" altLang="zh-CN" dirty="0"/>
              <a:t>Anaconda</a:t>
            </a:r>
            <a:r>
              <a:rPr lang="zh-CN" altLang="en-US" dirty="0"/>
              <a:t>官方网站，下载</a:t>
            </a:r>
            <a:r>
              <a:rPr lang="en-US" altLang="zh-CN" dirty="0"/>
              <a:t>Windows</a:t>
            </a:r>
            <a:r>
              <a:rPr lang="zh-CN" altLang="en-US" dirty="0"/>
              <a:t>系统中的</a:t>
            </a:r>
            <a:r>
              <a:rPr lang="en-US" altLang="zh-CN" dirty="0"/>
              <a:t>Anaconda</a:t>
            </a:r>
            <a:r>
              <a:rPr lang="zh-CN" altLang="en-US" dirty="0"/>
              <a:t>安装包，选择</a:t>
            </a:r>
            <a:r>
              <a:rPr lang="en-US" altLang="zh-CN" dirty="0"/>
              <a:t>Python 3.8</a:t>
            </a:r>
            <a:r>
              <a:rPr lang="zh-CN" altLang="en-US" dirty="0"/>
              <a:t>版本</a:t>
            </a:r>
            <a:r>
              <a:rPr lang="en-US" altLang="zh-CN" dirty="0"/>
              <a:t>(</a:t>
            </a:r>
            <a:r>
              <a:rPr lang="zh-CN" altLang="en-US" dirty="0"/>
              <a:t>或者最新的</a:t>
            </a:r>
            <a:r>
              <a:rPr lang="en-US" altLang="zh-CN" dirty="0"/>
              <a:t>)</a:t>
            </a:r>
            <a:r>
              <a:rPr lang="zh-CN" altLang="en-US" dirty="0"/>
              <a:t>。安装</a:t>
            </a:r>
            <a:r>
              <a:rPr lang="en-US" altLang="zh-CN" dirty="0"/>
              <a:t>Anaconda</a:t>
            </a:r>
            <a:r>
              <a:rPr lang="zh-CN" altLang="en-US" dirty="0"/>
              <a:t>的具体步骤如下。</a:t>
            </a:r>
          </a:p>
          <a:p>
            <a:r>
              <a:rPr lang="zh-CN" altLang="en-US" dirty="0"/>
              <a:t>单击已下载好的</a:t>
            </a:r>
            <a:r>
              <a:rPr lang="en-US" altLang="zh-CN" dirty="0"/>
              <a:t>Anaconda</a:t>
            </a:r>
            <a:r>
              <a:rPr lang="zh-CN" altLang="en-US" dirty="0"/>
              <a:t>安装包，并单击“</a:t>
            </a:r>
            <a:r>
              <a:rPr lang="en-US" altLang="zh-CN" dirty="0"/>
              <a:t>Next”</a:t>
            </a:r>
            <a:r>
              <a:rPr lang="zh-CN" altLang="en-US" dirty="0"/>
              <a:t>按钮进入下一步。</a:t>
            </a:r>
            <a:endParaRPr lang="en-US" altLang="zh-CN" dirty="0"/>
          </a:p>
          <a:p>
            <a:endParaRPr lang="zh-CN" altLang="en-US"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Windows</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8" name="图片 7">
            <a:extLst>
              <a:ext uri="{FF2B5EF4-FFF2-40B4-BE49-F238E27FC236}">
                <a16:creationId xmlns:a16="http://schemas.microsoft.com/office/drawing/2014/main" id="{36AF7C60-25C7-4C25-8D05-F27EAB6B46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82115" y="1104181"/>
            <a:ext cx="6586066" cy="51158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38227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0"/>
            <a:ext cx="4744947" cy="5556501"/>
          </a:xfrm>
        </p:spPr>
        <p:txBody>
          <a:bodyPr/>
          <a:lstStyle/>
          <a:p>
            <a:r>
              <a:rPr lang="zh-CN" altLang="en-US" dirty="0"/>
              <a:t>单击“</a:t>
            </a:r>
            <a:r>
              <a:rPr lang="en-US" altLang="zh-CN" dirty="0"/>
              <a:t>I Agree”</a:t>
            </a:r>
            <a:r>
              <a:rPr lang="zh-CN" altLang="en-US" dirty="0"/>
              <a:t>按钮，同意上述协议并进入下一步。</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Windows</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7" name="图片 6">
            <a:extLst>
              <a:ext uri="{FF2B5EF4-FFF2-40B4-BE49-F238E27FC236}">
                <a16:creationId xmlns:a16="http://schemas.microsoft.com/office/drawing/2014/main" id="{56461F7D-3EDD-4500-A21E-5473ACFD11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44383" y="1197232"/>
            <a:ext cx="6323798" cy="49265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1512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1"/>
            <a:ext cx="4485065" cy="5277368"/>
          </a:xfrm>
        </p:spPr>
        <p:txBody>
          <a:bodyPr/>
          <a:lstStyle/>
          <a:p>
            <a:r>
              <a:rPr lang="zh-CN" altLang="en-US" dirty="0"/>
              <a:t>选择图中“</a:t>
            </a:r>
            <a:r>
              <a:rPr lang="en-US" altLang="zh-CN" dirty="0"/>
              <a:t>All Users(requires admin privileges)”</a:t>
            </a:r>
            <a:r>
              <a:rPr lang="zh-CN" altLang="en-US" dirty="0"/>
              <a:t>单选按钮，单击“</a:t>
            </a:r>
            <a:r>
              <a:rPr lang="en-US" altLang="zh-CN" dirty="0"/>
              <a:t>Next”</a:t>
            </a:r>
            <a:r>
              <a:rPr lang="zh-CN" altLang="en-US" dirty="0"/>
              <a:t>进入下一步。</a:t>
            </a:r>
            <a:endParaRPr lang="en-US" altLang="zh-CN" dirty="0"/>
          </a:p>
          <a:p>
            <a:endParaRPr lang="zh-CN" altLang="en-US"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Windows</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7" name="图片 6">
            <a:extLst>
              <a:ext uri="{FF2B5EF4-FFF2-40B4-BE49-F238E27FC236}">
                <a16:creationId xmlns:a16="http://schemas.microsoft.com/office/drawing/2014/main" id="{BF44742E-DF65-49A2-BF36-894CA1B1AF1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05137" y="1108637"/>
            <a:ext cx="6490630" cy="50449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93175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1"/>
            <a:ext cx="4485065" cy="5277368"/>
          </a:xfrm>
        </p:spPr>
        <p:txBody>
          <a:bodyPr/>
          <a:lstStyle/>
          <a:p>
            <a:r>
              <a:rPr lang="zh-CN" altLang="en-US" dirty="0"/>
              <a:t>单击“</a:t>
            </a:r>
            <a:r>
              <a:rPr lang="en-US" altLang="zh-CN" dirty="0"/>
              <a:t>Browse”</a:t>
            </a:r>
            <a:r>
              <a:rPr lang="zh-CN" altLang="en-US" dirty="0"/>
              <a:t>按钮，选择在指定的路径安装</a:t>
            </a:r>
            <a:r>
              <a:rPr lang="en-US" altLang="zh-CN" dirty="0"/>
              <a:t>Anaconda</a:t>
            </a:r>
            <a:r>
              <a:rPr lang="zh-CN" altLang="en-US" dirty="0"/>
              <a:t>，选择完成后单击“</a:t>
            </a:r>
            <a:r>
              <a:rPr lang="en-US" altLang="zh-CN" dirty="0"/>
              <a:t>Next”</a:t>
            </a:r>
            <a:r>
              <a:rPr lang="zh-CN" altLang="en-US" dirty="0"/>
              <a:t>按钮，进入下一步。</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Windows</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7" name="图片 6">
            <a:extLst>
              <a:ext uri="{FF2B5EF4-FFF2-40B4-BE49-F238E27FC236}">
                <a16:creationId xmlns:a16="http://schemas.microsoft.com/office/drawing/2014/main" id="{F355E14D-4429-4766-A9DA-3766E3BF2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88038" y="1135145"/>
            <a:ext cx="6382374" cy="49383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0022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1"/>
            <a:ext cx="4485065" cy="5277368"/>
          </a:xfrm>
        </p:spPr>
        <p:txBody>
          <a:bodyPr/>
          <a:lstStyle/>
          <a:p>
            <a:r>
              <a:rPr lang="zh-CN" altLang="en-US" dirty="0"/>
              <a:t>两个复选框分别代表了允许将</a:t>
            </a:r>
            <a:r>
              <a:rPr lang="en-US" altLang="zh-CN" dirty="0"/>
              <a:t>Anaconda</a:t>
            </a:r>
            <a:r>
              <a:rPr lang="zh-CN" altLang="en-US" dirty="0"/>
              <a:t>添加到系统路径环境变量中、</a:t>
            </a:r>
            <a:r>
              <a:rPr lang="en-US" altLang="zh-CN" dirty="0"/>
              <a:t>Anaconda</a:t>
            </a:r>
            <a:r>
              <a:rPr lang="zh-CN" altLang="en-US" dirty="0"/>
              <a:t>使用的</a:t>
            </a:r>
            <a:r>
              <a:rPr lang="en-US" altLang="zh-CN" dirty="0"/>
              <a:t>Python</a:t>
            </a:r>
            <a:r>
              <a:rPr lang="zh-CN" altLang="en-US" dirty="0"/>
              <a:t>版本为</a:t>
            </a:r>
            <a:r>
              <a:rPr lang="en-US" altLang="zh-CN" dirty="0"/>
              <a:t>3.8</a:t>
            </a:r>
            <a:r>
              <a:rPr lang="zh-CN" altLang="en-US" dirty="0"/>
              <a:t>。全部勾选后，单击“</a:t>
            </a:r>
            <a:r>
              <a:rPr lang="en-US" altLang="zh-CN" dirty="0"/>
              <a:t>Install”</a:t>
            </a:r>
            <a:r>
              <a:rPr lang="zh-CN" altLang="en-US" dirty="0"/>
              <a:t>按钮，等待安装结束。</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Windows</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7" name="图片 6">
            <a:extLst>
              <a:ext uri="{FF2B5EF4-FFF2-40B4-BE49-F238E27FC236}">
                <a16:creationId xmlns:a16="http://schemas.microsoft.com/office/drawing/2014/main" id="{59C36B70-A325-45AC-9A9A-B8267FE424E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644" y="1104181"/>
            <a:ext cx="6570848" cy="50842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2492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1"/>
            <a:ext cx="4485065" cy="5277368"/>
          </a:xfrm>
        </p:spPr>
        <p:txBody>
          <a:bodyPr/>
          <a:lstStyle/>
          <a:p>
            <a:r>
              <a:rPr lang="zh-CN" altLang="en-US" dirty="0"/>
              <a:t>单击“</a:t>
            </a:r>
            <a:r>
              <a:rPr lang="en-US" altLang="zh-CN" dirty="0"/>
              <a:t>Finish”</a:t>
            </a:r>
            <a:r>
              <a:rPr lang="zh-CN" altLang="en-US" dirty="0"/>
              <a:t>按钮，完成</a:t>
            </a:r>
            <a:r>
              <a:rPr lang="en-US" altLang="zh-CN" dirty="0"/>
              <a:t>Anaconda</a:t>
            </a:r>
            <a:r>
              <a:rPr lang="zh-CN" altLang="en-US" dirty="0"/>
              <a:t>安装。</a:t>
            </a:r>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Windows</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5" name="图片 4">
            <a:extLst>
              <a:ext uri="{FF2B5EF4-FFF2-40B4-BE49-F238E27FC236}">
                <a16:creationId xmlns:a16="http://schemas.microsoft.com/office/drawing/2014/main" id="{CD06A3B8-AA76-4D95-9664-3C09D46354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06739" y="1104181"/>
            <a:ext cx="6661442" cy="51543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661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20" y="1104182"/>
            <a:ext cx="10972800" cy="2014404"/>
          </a:xfrm>
        </p:spPr>
        <p:txBody>
          <a:bodyPr/>
          <a:lstStyle/>
          <a:p>
            <a:r>
              <a:rPr lang="zh-CN" altLang="en-US" dirty="0"/>
              <a:t>打开一个用户终端</a:t>
            </a:r>
            <a:r>
              <a:rPr lang="en-US" altLang="zh-CN" dirty="0"/>
              <a:t>Terminal</a:t>
            </a:r>
            <a:r>
              <a:rPr lang="zh-CN" altLang="en-US" dirty="0"/>
              <a:t>。使用</a:t>
            </a:r>
            <a:r>
              <a:rPr lang="en-US" altLang="zh-CN" dirty="0"/>
              <a:t>cd</a:t>
            </a:r>
            <a:r>
              <a:rPr lang="zh-CN" altLang="en-US" dirty="0"/>
              <a:t>命令将当前路径切换至系统下</a:t>
            </a:r>
            <a:r>
              <a:rPr lang="en-US" altLang="zh-CN" dirty="0"/>
              <a:t>Anaconda</a:t>
            </a:r>
            <a:r>
              <a:rPr lang="zh-CN" altLang="en-US" dirty="0"/>
              <a:t>安装包所在的文件路径。</a:t>
            </a:r>
          </a:p>
          <a:p>
            <a:endParaRPr lang="zh-CN" altLang="zh-CN"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Linux</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4" name="图片 3">
            <a:extLst>
              <a:ext uri="{FF2B5EF4-FFF2-40B4-BE49-F238E27FC236}">
                <a16:creationId xmlns:a16="http://schemas.microsoft.com/office/drawing/2014/main" id="{832F10B4-9424-40C5-A258-00B8030D79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5304" y="2140851"/>
            <a:ext cx="10443998" cy="16362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74604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20" y="1104182"/>
            <a:ext cx="10972800" cy="2014404"/>
          </a:xfrm>
        </p:spPr>
        <p:txBody>
          <a:bodyPr/>
          <a:lstStyle/>
          <a:p>
            <a:r>
              <a:rPr lang="zh-CN" altLang="zh-CN" dirty="0"/>
              <a:t>输入命令“</a:t>
            </a:r>
            <a:r>
              <a:rPr lang="en-US" altLang="zh-CN" dirty="0"/>
              <a:t>bash Anaconda3-2020.11-Linux-x86_64.sh</a:t>
            </a:r>
            <a:r>
              <a:rPr lang="zh-CN" altLang="zh-CN" dirty="0"/>
              <a:t>”，进行安装</a:t>
            </a:r>
            <a:r>
              <a:rPr lang="zh-CN" altLang="en-US" dirty="0"/>
              <a:t>。</a:t>
            </a:r>
            <a:endParaRPr lang="zh-CN" altLang="zh-CN"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Linux</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6" name="图片 5">
            <a:extLst>
              <a:ext uri="{FF2B5EF4-FFF2-40B4-BE49-F238E27FC236}">
                <a16:creationId xmlns:a16="http://schemas.microsoft.com/office/drawing/2014/main" id="{51E18A82-7FBB-44E4-9883-A09DE2915C7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6250" y="2019258"/>
            <a:ext cx="8593872" cy="26325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4032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20" y="1104182"/>
            <a:ext cx="4648694" cy="5238866"/>
          </a:xfrm>
        </p:spPr>
        <p:txBody>
          <a:bodyPr/>
          <a:lstStyle/>
          <a:p>
            <a:r>
              <a:rPr lang="zh-CN" altLang="en-US" dirty="0"/>
              <a:t>按下键盘中的“</a:t>
            </a:r>
            <a:r>
              <a:rPr lang="en-US" altLang="zh-CN" dirty="0"/>
              <a:t>Enter”</a:t>
            </a:r>
            <a:r>
              <a:rPr lang="zh-CN" altLang="en-US" dirty="0"/>
              <a:t>键后，出现软件协议相关内容，在阅读时连续按“</a:t>
            </a:r>
            <a:r>
              <a:rPr lang="en-US" altLang="zh-CN" dirty="0"/>
              <a:t>Enter”</a:t>
            </a:r>
            <a:r>
              <a:rPr lang="zh-CN" altLang="en-US" dirty="0"/>
              <a:t>键读取全文，在协议末尾会让读者确认是否同意以上协议，输入“</a:t>
            </a:r>
            <a:r>
              <a:rPr lang="en-US" altLang="zh-CN" dirty="0"/>
              <a:t>yes”</a:t>
            </a:r>
            <a:r>
              <a:rPr lang="zh-CN" altLang="en-US" dirty="0"/>
              <a:t>，并按下键盘中的“</a:t>
            </a:r>
            <a:r>
              <a:rPr lang="en-US" altLang="zh-CN" dirty="0"/>
              <a:t>Enter”</a:t>
            </a:r>
            <a:r>
              <a:rPr lang="zh-CN" altLang="en-US" dirty="0"/>
              <a:t>键确认同意。</a:t>
            </a:r>
            <a:endParaRPr lang="zh-CN" altLang="zh-CN"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Linux</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5" name="图片 4">
            <a:extLst>
              <a:ext uri="{FF2B5EF4-FFF2-40B4-BE49-F238E27FC236}">
                <a16:creationId xmlns:a16="http://schemas.microsoft.com/office/drawing/2014/main" id="{0150F697-32D2-41F2-BFC8-F76895A1DB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91379" y="1298050"/>
            <a:ext cx="6487120" cy="440355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67015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2"/>
            <a:ext cx="11086671" cy="1658270"/>
          </a:xfrm>
        </p:spPr>
        <p:txBody>
          <a:bodyPr/>
          <a:lstStyle/>
          <a:p>
            <a:r>
              <a:rPr lang="zh-CN" altLang="zh-CN" dirty="0"/>
              <a:t>同意协议后，默认安装路径在用户</a:t>
            </a:r>
            <a:r>
              <a:rPr lang="en-US" altLang="zh-CN" dirty="0"/>
              <a:t>home</a:t>
            </a:r>
            <a:r>
              <a:rPr lang="zh-CN" altLang="zh-CN" dirty="0"/>
              <a:t>目录下（</a:t>
            </a:r>
            <a:r>
              <a:rPr lang="en-US" altLang="zh-CN" dirty="0"/>
              <a:t>/home/python/anaconda3</a:t>
            </a:r>
            <a:r>
              <a:rPr lang="zh-CN" altLang="zh-CN" dirty="0"/>
              <a:t>），安装路径设置完成后，软件即可开始安装</a:t>
            </a:r>
            <a:r>
              <a:rPr lang="zh-CN" altLang="en-US" dirty="0"/>
              <a:t>。</a:t>
            </a:r>
            <a:endParaRPr lang="zh-CN" altLang="zh-CN"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Linux</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6" name="图片 5">
            <a:extLst>
              <a:ext uri="{FF2B5EF4-FFF2-40B4-BE49-F238E27FC236}">
                <a16:creationId xmlns:a16="http://schemas.microsoft.com/office/drawing/2014/main" id="{595903AE-E6C4-40F7-B990-248544CF49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49707" y="2110140"/>
            <a:ext cx="7383138" cy="37349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6119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2"/>
            <a:ext cx="11086671" cy="1658270"/>
          </a:xfrm>
        </p:spPr>
        <p:txBody>
          <a:bodyPr/>
          <a:lstStyle/>
          <a:p>
            <a:r>
              <a:rPr lang="zh-CN" altLang="en-US" dirty="0"/>
              <a:t>在安装过程快结束时，将提示读者是否将</a:t>
            </a:r>
            <a:r>
              <a:rPr lang="en-US" altLang="zh-CN" dirty="0"/>
              <a:t>Anaconda</a:t>
            </a:r>
            <a:r>
              <a:rPr lang="zh-CN" altLang="en-US" dirty="0"/>
              <a:t>的安装路径加入到系统当前用户的环境变量中，输入“</a:t>
            </a:r>
            <a:r>
              <a:rPr lang="en-US" altLang="zh-CN" dirty="0"/>
              <a:t>yes”</a:t>
            </a:r>
            <a:r>
              <a:rPr lang="zh-CN" altLang="en-US" dirty="0"/>
              <a:t>，并按下键盘中的“</a:t>
            </a:r>
            <a:r>
              <a:rPr lang="en-US" altLang="zh-CN" dirty="0"/>
              <a:t>Enter”</a:t>
            </a:r>
            <a:r>
              <a:rPr lang="zh-CN" altLang="en-US" dirty="0"/>
              <a:t>键确认同意。</a:t>
            </a:r>
            <a:endParaRPr lang="zh-CN" altLang="zh-CN"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Linux</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9" name="图片 8">
            <a:extLst>
              <a:ext uri="{FF2B5EF4-FFF2-40B4-BE49-F238E27FC236}">
                <a16:creationId xmlns:a16="http://schemas.microsoft.com/office/drawing/2014/main" id="{41F057C9-7CE7-4B81-9F3B-5F9BE03762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303" y="2208364"/>
            <a:ext cx="7462632" cy="37743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4934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C4089C1-38D9-42E6-8841-6BA62E1E7068}"/>
              </a:ext>
            </a:extLst>
          </p:cNvPr>
          <p:cNvSpPr>
            <a:spLocks noGrp="1"/>
          </p:cNvSpPr>
          <p:nvPr>
            <p:ph idx="1"/>
          </p:nvPr>
        </p:nvSpPr>
        <p:spPr>
          <a:xfrm>
            <a:off x="423819" y="1104182"/>
            <a:ext cx="11086671" cy="1658270"/>
          </a:xfrm>
        </p:spPr>
        <p:txBody>
          <a:bodyPr/>
          <a:lstStyle/>
          <a:p>
            <a:r>
              <a:rPr lang="zh-CN" altLang="en-US" dirty="0"/>
              <a:t>软件安装完成后使用</a:t>
            </a:r>
            <a:r>
              <a:rPr lang="en-US" altLang="zh-CN" dirty="0"/>
              <a:t>Linux</a:t>
            </a:r>
            <a:r>
              <a:rPr lang="zh-CN" altLang="en-US" dirty="0"/>
              <a:t>系统的文本编辑器</a:t>
            </a:r>
            <a:r>
              <a:rPr lang="en-US" altLang="zh-CN" dirty="0"/>
              <a:t>VIM</a:t>
            </a:r>
            <a:r>
              <a:rPr lang="zh-CN" altLang="en-US" dirty="0"/>
              <a:t>或</a:t>
            </a:r>
            <a:r>
              <a:rPr lang="en-US" altLang="zh-CN" dirty="0" err="1"/>
              <a:t>gedit</a:t>
            </a:r>
            <a:r>
              <a:rPr lang="zh-CN" altLang="en-US" dirty="0"/>
              <a:t>查看当前用户的环境变量。输入命令“</a:t>
            </a:r>
            <a:r>
              <a:rPr lang="en-US" altLang="zh-CN" dirty="0"/>
              <a:t>vi /home/python/.</a:t>
            </a:r>
            <a:r>
              <a:rPr lang="en-US" altLang="zh-CN" dirty="0" err="1"/>
              <a:t>bashrc</a:t>
            </a:r>
            <a:r>
              <a:rPr lang="en-US" altLang="zh-CN" dirty="0"/>
              <a:t>”</a:t>
            </a:r>
            <a:r>
              <a:rPr lang="zh-CN" altLang="en-US" dirty="0"/>
              <a:t>来查看文档，出现界面，表示环境变量配置完成，说明</a:t>
            </a:r>
            <a:r>
              <a:rPr lang="en-US" altLang="zh-CN" dirty="0"/>
              <a:t>Anaconda</a:t>
            </a:r>
            <a:r>
              <a:rPr lang="zh-CN" altLang="en-US" dirty="0"/>
              <a:t>已经完成安装。</a:t>
            </a:r>
            <a:endParaRPr lang="en-US" altLang="zh-CN" dirty="0"/>
          </a:p>
          <a:p>
            <a:r>
              <a:rPr lang="zh-CN" altLang="zh-CN" dirty="0"/>
              <a:t>如果未配置完成，那么需要在</a:t>
            </a:r>
            <a:r>
              <a:rPr lang="en-US" altLang="zh-CN" dirty="0"/>
              <a:t>.</a:t>
            </a:r>
            <a:r>
              <a:rPr lang="en-US" altLang="zh-CN" dirty="0" err="1"/>
              <a:t>bashrc</a:t>
            </a:r>
            <a:r>
              <a:rPr lang="zh-CN" altLang="zh-CN" dirty="0"/>
              <a:t>文档末尾添加</a:t>
            </a:r>
            <a:r>
              <a:rPr lang="en-US" altLang="zh-CN" dirty="0"/>
              <a:t>Anaconda</a:t>
            </a:r>
            <a:r>
              <a:rPr lang="zh-CN" altLang="zh-CN" dirty="0"/>
              <a:t>安装目录的环境变量。</a:t>
            </a:r>
          </a:p>
          <a:p>
            <a:pPr marL="0" indent="0">
              <a:buNone/>
            </a:pPr>
            <a:endParaRPr lang="zh-CN" altLang="zh-CN" dirty="0"/>
          </a:p>
        </p:txBody>
      </p:sp>
      <p:sp>
        <p:nvSpPr>
          <p:cNvPr id="24579" name="标题 2">
            <a:extLst>
              <a:ext uri="{FF2B5EF4-FFF2-40B4-BE49-F238E27FC236}">
                <a16:creationId xmlns:a16="http://schemas.microsoft.com/office/drawing/2014/main" id="{1D95FED7-2A44-4379-976D-E9A4CDB62981}"/>
              </a:ext>
            </a:extLst>
          </p:cNvPr>
          <p:cNvSpPr>
            <a:spLocks noGrp="1"/>
          </p:cNvSpPr>
          <p:nvPr>
            <p:ph type="title"/>
          </p:nvPr>
        </p:nvSpPr>
        <p:spPr/>
        <p:txBody>
          <a:bodyPr/>
          <a:lstStyle/>
          <a:p>
            <a:r>
              <a:rPr kumimoji="0" lang="zh-CN" altLang="en-US" dirty="0">
                <a:latin typeface="Times New Roman" panose="02020603050405020304" pitchFamily="18" charset="0"/>
                <a:ea typeface="宋体" panose="02010600030101010101" pitchFamily="2" charset="-122"/>
              </a:rPr>
              <a:t>在</a:t>
            </a:r>
            <a:r>
              <a:rPr kumimoji="0" lang="en-US" altLang="zh-CN" dirty="0">
                <a:latin typeface="Times New Roman" panose="02020603050405020304" pitchFamily="18" charset="0"/>
                <a:ea typeface="宋体" panose="02010600030101010101" pitchFamily="2" charset="-122"/>
              </a:rPr>
              <a:t>Linux</a:t>
            </a:r>
            <a:r>
              <a:rPr kumimoji="0" lang="zh-CN" altLang="en-US" dirty="0">
                <a:latin typeface="Times New Roman" panose="02020603050405020304" pitchFamily="18" charset="0"/>
                <a:ea typeface="宋体" panose="02010600030101010101" pitchFamily="2" charset="-122"/>
              </a:rPr>
              <a:t>系统中安装</a:t>
            </a:r>
            <a:r>
              <a:rPr kumimoji="0" lang="en-US" altLang="zh-CN" dirty="0">
                <a:latin typeface="Times New Roman" panose="02020603050405020304" pitchFamily="18" charset="0"/>
                <a:ea typeface="宋体" panose="02010600030101010101" pitchFamily="2" charset="-122"/>
              </a:rPr>
              <a:t>Anaconda</a:t>
            </a:r>
            <a:endParaRPr lang="zh-CN" altLang="en-US" dirty="0">
              <a:latin typeface="Times New Roman" panose="02020603050405020304" pitchFamily="18" charset="0"/>
            </a:endParaRPr>
          </a:p>
        </p:txBody>
      </p:sp>
      <p:pic>
        <p:nvPicPr>
          <p:cNvPr id="8" name="图片 7">
            <a:extLst>
              <a:ext uri="{FF2B5EF4-FFF2-40B4-BE49-F238E27FC236}">
                <a16:creationId xmlns:a16="http://schemas.microsoft.com/office/drawing/2014/main" id="{2F140335-62DD-48FE-A58C-86534A24D0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93542" y="2491194"/>
            <a:ext cx="7547224" cy="3802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538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ChangeArrowheads="1"/>
          </p:cNvSpPr>
          <p:nvPr/>
        </p:nvSpPr>
        <p:spPr bwMode="gray">
          <a:xfrm>
            <a:off x="1524003" y="-318796"/>
            <a:ext cx="184731" cy="238848"/>
          </a:xfrm>
          <a:prstGeom prst="rect">
            <a:avLst/>
          </a:prstGeom>
          <a:noFill/>
          <a:ln>
            <a:noFill/>
          </a:ln>
          <a:effectLst>
            <a:outerShdw dist="107763"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eaLnBrk="0" hangingPunct="0">
              <a:defRPr sz="900">
                <a:solidFill>
                  <a:srgbClr val="000000"/>
                </a:solidFill>
                <a:latin typeface="Arial" panose="020B0604020202020204" pitchFamily="34" charset="0"/>
                <a:ea typeface="宋体" panose="02010600030101010101" pitchFamily="2" charset="-122"/>
              </a:defRPr>
            </a:lvl1pPr>
            <a:lvl2pPr marL="742950" indent="-285750" eaLnBrk="0" hangingPunct="0">
              <a:defRPr sz="900">
                <a:solidFill>
                  <a:srgbClr val="000000"/>
                </a:solidFill>
                <a:latin typeface="Arial" panose="020B0604020202020204" pitchFamily="34" charset="0"/>
                <a:ea typeface="宋体" panose="02010600030101010101" pitchFamily="2" charset="-122"/>
              </a:defRPr>
            </a:lvl2pPr>
            <a:lvl3pPr marL="1143000" indent="-228600" eaLnBrk="0" hangingPunct="0">
              <a:defRPr sz="900">
                <a:solidFill>
                  <a:srgbClr val="000000"/>
                </a:solidFill>
                <a:latin typeface="Arial" panose="020B0604020202020204" pitchFamily="34" charset="0"/>
                <a:ea typeface="宋体" panose="02010600030101010101" pitchFamily="2" charset="-122"/>
              </a:defRPr>
            </a:lvl3pPr>
            <a:lvl4pPr marL="1600200" indent="-228600" eaLnBrk="0" hangingPunct="0">
              <a:defRPr sz="900">
                <a:solidFill>
                  <a:srgbClr val="000000"/>
                </a:solidFill>
                <a:latin typeface="Arial" panose="020B0604020202020204" pitchFamily="34" charset="0"/>
                <a:ea typeface="宋体" panose="02010600030101010101" pitchFamily="2" charset="-122"/>
              </a:defRPr>
            </a:lvl4pPr>
            <a:lvl5pPr marL="2057400" indent="-228600" eaLnBrk="0" hangingPunct="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eaLnBrk="1" hangingPunct="1"/>
            <a:endParaRPr lang="zh-CN" altLang="en-US" sz="952"/>
          </a:p>
        </p:txBody>
      </p:sp>
      <p:sp>
        <p:nvSpPr>
          <p:cNvPr id="10246" name="Rectangle 6"/>
          <p:cNvSpPr>
            <a:spLocks noChangeArrowheads="1"/>
          </p:cNvSpPr>
          <p:nvPr/>
        </p:nvSpPr>
        <p:spPr bwMode="auto">
          <a:xfrm>
            <a:off x="1524003" y="-392117"/>
            <a:ext cx="184731" cy="38549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sz="1905">
              <a:solidFill>
                <a:srgbClr val="000000"/>
              </a:solidFill>
              <a:latin typeface="Arial" charset="0"/>
            </a:endParaRPr>
          </a:p>
        </p:txBody>
      </p:sp>
    </p:spTree>
    <p:extLst>
      <p:ext uri="{BB962C8B-B14F-4D97-AF65-F5344CB8AC3E}">
        <p14:creationId xmlns:p14="http://schemas.microsoft.com/office/powerpoint/2010/main" val="846366922"/>
      </p:ext>
    </p:extLst>
  </p:cSld>
  <p:clrMapOvr>
    <a:masterClrMapping/>
  </p:clrMapOvr>
  <p:transition spd="slow"/>
</p:sld>
</file>

<file path=ppt/theme/theme1.xml><?xml version="1.0" encoding="utf-8"?>
<a:theme xmlns:a="http://schemas.openxmlformats.org/drawingml/2006/main" name="PPT模板主题">
  <a:themeElements>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主题">
      <a:majorFont>
        <a:latin typeface="Calibri"/>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solidFill>
            <a:srgbClr val="FF0000"/>
          </a:solidFill>
          <a:prstDash val="sysDash"/>
          <a:round/>
        </a:ln>
      </a:spPr>
      <a:bodyPr anchor="ctr"/>
      <a:lstStyle>
        <a:defPPr>
          <a:defRPr/>
        </a:defPPr>
      </a:lstStyle>
    </a:spDef>
  </a:objectDefaults>
  <a:extraClrSchemeLst>
    <a:extraClrScheme>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PT模板主题" id="{CEBE7990-C6F3-4E90-A321-F83DE118A5FB}" vid="{7CACAC8C-4918-4F36-901D-910BAC58BD7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826</TotalTime>
  <Words>2351</Words>
  <Application>Microsoft Macintosh PowerPoint</Application>
  <PresentationFormat>宽屏</PresentationFormat>
  <Paragraphs>146</Paragraphs>
  <Slides>32</Slides>
  <Notes>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32</vt:i4>
      </vt:variant>
    </vt:vector>
  </HeadingPairs>
  <TitlesOfParts>
    <vt:vector size="41" baseType="lpstr">
      <vt:lpstr>等线</vt:lpstr>
      <vt:lpstr>宋体</vt:lpstr>
      <vt:lpstr>微软雅黑</vt:lpstr>
      <vt:lpstr>Arial</vt:lpstr>
      <vt:lpstr>Calibri</vt:lpstr>
      <vt:lpstr>Times New Roman</vt:lpstr>
      <vt:lpstr>Wingdings</vt:lpstr>
      <vt:lpstr>PPT模板主题</vt:lpstr>
      <vt:lpstr>Visio.Drawing.11</vt:lpstr>
      <vt:lpstr>Python编程语言回顾</vt:lpstr>
      <vt:lpstr>Python数据分析概述</vt:lpstr>
      <vt:lpstr>目录</vt:lpstr>
      <vt:lpstr>数据分析的概念</vt:lpstr>
      <vt:lpstr>数据分析的流程</vt:lpstr>
      <vt:lpstr>目录</vt:lpstr>
      <vt:lpstr>了解数据分析常用工具</vt:lpstr>
      <vt:lpstr>了解Python数据分析常用类库</vt:lpstr>
      <vt:lpstr>了解Python数据分析常用类库</vt:lpstr>
      <vt:lpstr>了解Python数据分析常用类库</vt:lpstr>
      <vt:lpstr>了解Python数据分析常用类库</vt:lpstr>
      <vt:lpstr>了解Python数据分析常用类库</vt:lpstr>
      <vt:lpstr>了解Python数据分析常用类库</vt:lpstr>
      <vt:lpstr>了解Python数据分析常用类库</vt:lpstr>
      <vt:lpstr>了解Python数据分析常用类库</vt:lpstr>
      <vt:lpstr>了解Python数据分析常用类库</vt:lpstr>
      <vt:lpstr>目录</vt:lpstr>
      <vt:lpstr>安装Python的Anaconda发行版</vt:lpstr>
      <vt:lpstr>了解Python的Anaconda发行版</vt:lpstr>
      <vt:lpstr>在Windows系统中安装Anaconda</vt:lpstr>
      <vt:lpstr>在Windows系统中安装Anaconda</vt:lpstr>
      <vt:lpstr>在Windows系统中安装Anaconda</vt:lpstr>
      <vt:lpstr>在Windows系统中安装Anaconda</vt:lpstr>
      <vt:lpstr>在Windows系统中安装Anaconda</vt:lpstr>
      <vt:lpstr>在Windows系统中安装Anaconda</vt:lpstr>
      <vt:lpstr>在Linux系统中安装Anaconda</vt:lpstr>
      <vt:lpstr>在Linux系统中安装Anaconda</vt:lpstr>
      <vt:lpstr>在Linux系统中安装Anaconda</vt:lpstr>
      <vt:lpstr>在Linux系统中安装Anaconda</vt:lpstr>
      <vt:lpstr>在Linux系统中安装Anaconda</vt:lpstr>
      <vt:lpstr>在Linux系统中安装Anaconda</vt:lpstr>
      <vt:lpstr>PowerPoint 演示文稿</vt:lpstr>
    </vt:vector>
  </TitlesOfParts>
  <Company>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Roc Ren</dc:creator>
  <cp:lastModifiedBy>Microsoft Office User</cp:lastModifiedBy>
  <cp:revision>317</cp:revision>
  <dcterms:created xsi:type="dcterms:W3CDTF">2017-01-10T15:44:52Z</dcterms:created>
  <dcterms:modified xsi:type="dcterms:W3CDTF">2025-09-28T11:16:56Z</dcterms:modified>
</cp:coreProperties>
</file>