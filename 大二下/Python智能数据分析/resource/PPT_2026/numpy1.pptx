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1.xml" ContentType="application/vnd.openxmlformats-officedocument.presentationml.notesSlide+xml"/>
  <Override PartName="/ppt/tags/tag24.xml" ContentType="application/vnd.openxmlformats-officedocument.presentationml.tags+xml"/>
  <Override PartName="/ppt/notesSlides/notesSlide12.xml" ContentType="application/vnd.openxmlformats-officedocument.presentationml.notesSlide+xml"/>
  <Override PartName="/ppt/tags/tag25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26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27.xml" ContentType="application/vnd.openxmlformats-officedocument.presentationml.tags+xml"/>
  <Override PartName="/ppt/notesSlides/notesSlide18.xml" ContentType="application/vnd.openxmlformats-officedocument.presentationml.notesSlide+xml"/>
  <Override PartName="/ppt/tags/tag28.xml" ContentType="application/vnd.openxmlformats-officedocument.presentationml.tags+xml"/>
  <Override PartName="/ppt/notesSlides/notesSlide19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63" r:id="rId2"/>
  </p:sldMasterIdLst>
  <p:notesMasterIdLst>
    <p:notesMasterId r:id="rId23"/>
  </p:notesMasterIdLst>
  <p:handoutMasterIdLst>
    <p:handoutMasterId r:id="rId24"/>
  </p:handoutMasterIdLst>
  <p:sldIdLst>
    <p:sldId id="313" r:id="rId3"/>
    <p:sldId id="510" r:id="rId4"/>
    <p:sldId id="399" r:id="rId5"/>
    <p:sldId id="400" r:id="rId6"/>
    <p:sldId id="401" r:id="rId7"/>
    <p:sldId id="379" r:id="rId8"/>
    <p:sldId id="434" r:id="rId9"/>
    <p:sldId id="406" r:id="rId10"/>
    <p:sldId id="407" r:id="rId11"/>
    <p:sldId id="408" r:id="rId12"/>
    <p:sldId id="435" r:id="rId13"/>
    <p:sldId id="416" r:id="rId14"/>
    <p:sldId id="464" r:id="rId15"/>
    <p:sldId id="410" r:id="rId16"/>
    <p:sldId id="411" r:id="rId17"/>
    <p:sldId id="412" r:id="rId18"/>
    <p:sldId id="413" r:id="rId19"/>
    <p:sldId id="414" r:id="rId20"/>
    <p:sldId id="571" r:id="rId21"/>
    <p:sldId id="572" r:id="rId22"/>
  </p:sldIdLst>
  <p:sldSz cx="9144000" cy="6858000" type="screen4x3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7" userDrawn="1">
          <p15:clr>
            <a:srgbClr val="A4A3A4"/>
          </p15:clr>
        </p15:guide>
        <p15:guide id="2" pos="29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mx" initials="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8183" autoAdjust="0"/>
  </p:normalViewPr>
  <p:slideViewPr>
    <p:cSldViewPr showGuides="1">
      <p:cViewPr varScale="1">
        <p:scale>
          <a:sx n="89" d="100"/>
          <a:sy n="89" d="100"/>
        </p:scale>
        <p:origin x="2088" y="176"/>
      </p:cViewPr>
      <p:guideLst>
        <p:guide orient="horz" pos="2117"/>
        <p:guide pos="29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glonglin" userId="65e6c6b7-2d31-4c1d-9ef2-3b9132fd9160" providerId="ADAL" clId="{2F966C07-B318-5171-8E81-41153612B380}"/>
    <pc:docChg chg="delSld modSld">
      <pc:chgData name="longlonglin" userId="65e6c6b7-2d31-4c1d-9ef2-3b9132fd9160" providerId="ADAL" clId="{2F966C07-B318-5171-8E81-41153612B380}" dt="2025-09-28T11:43:49.109" v="1" actId="2696"/>
      <pc:docMkLst>
        <pc:docMk/>
      </pc:docMkLst>
      <pc:sldChg chg="del">
        <pc:chgData name="longlonglin" userId="65e6c6b7-2d31-4c1d-9ef2-3b9132fd9160" providerId="ADAL" clId="{2F966C07-B318-5171-8E81-41153612B380}" dt="2025-09-28T11:43:49.109" v="1" actId="2696"/>
        <pc:sldMkLst>
          <pc:docMk/>
          <pc:sldMk cId="0" sldId="398"/>
        </pc:sldMkLst>
      </pc:sldChg>
      <pc:sldChg chg="modSp mod">
        <pc:chgData name="longlonglin" userId="65e6c6b7-2d31-4c1d-9ef2-3b9132fd9160" providerId="ADAL" clId="{2F966C07-B318-5171-8E81-41153612B380}" dt="2025-09-28T11:31:56.010" v="0" actId="207"/>
        <pc:sldMkLst>
          <pc:docMk/>
          <pc:sldMk cId="0" sldId="400"/>
        </pc:sldMkLst>
        <pc:spChg chg="mod">
          <ac:chgData name="longlonglin" userId="65e6c6b7-2d31-4c1d-9ef2-3b9132fd9160" providerId="ADAL" clId="{2F966C07-B318-5171-8E81-41153612B380}" dt="2025-09-28T11:31:56.010" v="0" actId="207"/>
          <ac:spMkLst>
            <pc:docMk/>
            <pc:sldMk cId="0" sldId="400"/>
            <ac:spMk id="29701" creationId="{00000000-0000-0000-0000-000000000000}"/>
          </ac:spMkLst>
        </pc:spChg>
      </pc:sldChg>
    </pc:docChg>
  </pc:docChgLst>
  <pc:docChgLst>
    <pc:chgData name="longlonglin" userId="65e6c6b7-2d31-4c1d-9ef2-3b9132fd9160" providerId="ADAL" clId="{6C1878E1-F3F0-8643-84AA-00311DD07374}"/>
    <pc:docChg chg="custSel delSld modSld">
      <pc:chgData name="longlonglin" userId="65e6c6b7-2d31-4c1d-9ef2-3b9132fd9160" providerId="ADAL" clId="{6C1878E1-F3F0-8643-84AA-00311DD07374}" dt="2023-10-08T10:56:43.233" v="209" actId="20577"/>
      <pc:docMkLst>
        <pc:docMk/>
      </pc:docMkLst>
      <pc:sldChg chg="modSp del mod">
        <pc:chgData name="longlonglin" userId="65e6c6b7-2d31-4c1d-9ef2-3b9132fd9160" providerId="ADAL" clId="{6C1878E1-F3F0-8643-84AA-00311DD07374}" dt="2023-10-08T10:36:13.517" v="131" actId="2696"/>
        <pc:sldMkLst>
          <pc:docMk/>
          <pc:sldMk cId="0" sldId="314"/>
        </pc:sldMkLst>
      </pc:sldChg>
      <pc:sldChg chg="modSp del mod">
        <pc:chgData name="longlonglin" userId="65e6c6b7-2d31-4c1d-9ef2-3b9132fd9160" providerId="ADAL" clId="{6C1878E1-F3F0-8643-84AA-00311DD07374}" dt="2023-10-04T02:54:25.494" v="130" actId="2696"/>
        <pc:sldMkLst>
          <pc:docMk/>
          <pc:sldMk cId="0" sldId="315"/>
        </pc:sldMkLst>
      </pc:sldChg>
      <pc:sldChg chg="modSp mod">
        <pc:chgData name="longlonglin" userId="65e6c6b7-2d31-4c1d-9ef2-3b9132fd9160" providerId="ADAL" clId="{6C1878E1-F3F0-8643-84AA-00311DD07374}" dt="2023-10-08T10:40:56.616" v="175" actId="20577"/>
        <pc:sldMkLst>
          <pc:docMk/>
          <pc:sldMk cId="0" sldId="379"/>
        </pc:sldMkLst>
      </pc:sldChg>
      <pc:sldChg chg="modSp mod">
        <pc:chgData name="longlonglin" userId="65e6c6b7-2d31-4c1d-9ef2-3b9132fd9160" providerId="ADAL" clId="{6C1878E1-F3F0-8643-84AA-00311DD07374}" dt="2023-09-28T13:45:37.614" v="95" actId="20577"/>
        <pc:sldMkLst>
          <pc:docMk/>
          <pc:sldMk cId="0" sldId="399"/>
        </pc:sldMkLst>
      </pc:sldChg>
      <pc:sldChg chg="delSp modSp mod">
        <pc:chgData name="longlonglin" userId="65e6c6b7-2d31-4c1d-9ef2-3b9132fd9160" providerId="ADAL" clId="{6C1878E1-F3F0-8643-84AA-00311DD07374}" dt="2023-09-28T13:48:31.852" v="98"/>
        <pc:sldMkLst>
          <pc:docMk/>
          <pc:sldMk cId="0" sldId="407"/>
        </pc:sldMkLst>
      </pc:sldChg>
      <pc:sldChg chg="modSp mod">
        <pc:chgData name="longlonglin" userId="65e6c6b7-2d31-4c1d-9ef2-3b9132fd9160" providerId="ADAL" clId="{6C1878E1-F3F0-8643-84AA-00311DD07374}" dt="2023-10-08T10:51:02.224" v="189" actId="20577"/>
        <pc:sldMkLst>
          <pc:docMk/>
          <pc:sldMk cId="0" sldId="408"/>
        </pc:sldMkLst>
      </pc:sldChg>
      <pc:sldChg chg="addSp delSp modSp mod">
        <pc:chgData name="longlonglin" userId="65e6c6b7-2d31-4c1d-9ef2-3b9132fd9160" providerId="ADAL" clId="{6C1878E1-F3F0-8643-84AA-00311DD07374}" dt="2023-10-08T10:55:08.607" v="196" actId="20577"/>
        <pc:sldMkLst>
          <pc:docMk/>
          <pc:sldMk cId="0" sldId="410"/>
        </pc:sldMkLst>
      </pc:sldChg>
      <pc:sldChg chg="modSp mod">
        <pc:chgData name="longlonglin" userId="65e6c6b7-2d31-4c1d-9ef2-3b9132fd9160" providerId="ADAL" clId="{6C1878E1-F3F0-8643-84AA-00311DD07374}" dt="2023-10-08T10:56:43.233" v="209" actId="20577"/>
        <pc:sldMkLst>
          <pc:docMk/>
          <pc:sldMk cId="0" sldId="41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CC99B-5BFA-4BB8-A5D4-CBAFDE25321E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CC897-6495-4778-9C64-6BE5B4C675D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CC897-6495-4778-9C64-6BE5B4C675D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115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3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4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5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6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8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9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10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11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12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13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14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15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16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17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18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19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xfrm>
            <a:off x="992188" y="3228975"/>
            <a:ext cx="7942262" cy="3059113"/>
          </a:xfrm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622925" y="6456363"/>
            <a:ext cx="4302125" cy="3397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ea typeface="宋体" panose="02010600030101010101" pitchFamily="2" charset="-122"/>
              </a:rPr>
              <a:t>20</a:t>
            </a:fld>
            <a:endParaRPr lang="en-US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0"/>
            <a:ext cx="8229600" cy="706090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80728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8024" y="1052736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6139F-BB75-41BB-B61C-31076357B3E8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0E4197-1B4C-4A06-8ACB-2EA7E4025B9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27856"/>
            <a:ext cx="8229600" cy="634082"/>
          </a:xfrm>
          <a:prstGeom prst="rect">
            <a:avLst/>
          </a:prstGeom>
        </p:spPr>
        <p:txBody>
          <a:bodyPr/>
          <a:lstStyle>
            <a:lvl1pPr>
              <a:defRPr lang="zh-CN" altLang="en-US"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4F795-9E13-4DBD-9F75-7C49F2232941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8F7FC-404B-45D4-941C-EA31466158F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27856"/>
            <a:ext cx="8229600" cy="634082"/>
          </a:xfrm>
          <a:prstGeom prst="rect">
            <a:avLst/>
          </a:prstGeom>
        </p:spPr>
        <p:txBody>
          <a:bodyPr/>
          <a:lstStyle>
            <a:lvl1pPr>
              <a:defRPr lang="zh-CN" altLang="en-US"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0150E-38ED-49B5-BFB1-1EE15BD62172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66CE1-9B37-4530-9E2F-952EE543D7B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69B109-B2A3-4666-9B5B-29307CBA87A0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7DC70-46DF-4950-A406-C832ED7DD44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B37D54-74FF-425F-B07B-3568B48991F3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A878AE-400B-49AE-9FEB-D7A18074D3E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C76BD-C3AB-4773-8148-AAE65918AFB0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561824-C16E-4B0F-BAB9-64A5A65F792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634082"/>
          </a:xfrm>
          <a:prstGeom prst="rect">
            <a:avLst/>
          </a:prstGeom>
        </p:spPr>
        <p:txBody>
          <a:bodyPr/>
          <a:lstStyle>
            <a:lvl1pPr>
              <a:defRPr lang="zh-CN" altLang="en-US"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536" y="1124744"/>
            <a:ext cx="8229600" cy="4525963"/>
          </a:xfrm>
          <a:prstGeom prst="rect">
            <a:avLst/>
          </a:prstGeom>
        </p:spPr>
        <p:txBody>
          <a:bodyPr vert="eaVert"/>
          <a:lstStyle>
            <a:lvl1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11238-389E-4BD7-9D36-3E260581CB2B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FAC9F-F701-4E6D-BD6A-D3A65FCC87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14BC40-4E49-4E4F-BE54-F7612F180558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5B1D2-6F91-490B-92D4-D324ACF5DD0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 noChangeArrowheads="1"/>
          </p:cNvSpPr>
          <p:nvPr userDrawn="1"/>
        </p:nvSpPr>
        <p:spPr>
          <a:xfrm>
            <a:off x="6883400" y="5122863"/>
            <a:ext cx="2085975" cy="511175"/>
          </a:xfrm>
          <a:prstGeom prst="rect">
            <a:avLst/>
          </a:prstGeom>
        </p:spPr>
        <p:txBody>
          <a:bodyPr lIns="0" tIns="0" rIns="0" b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Calibri" panose="020F0502020204030204" pitchFamily="34" charset="0"/>
              </a:rPr>
              <a:t>信息学院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11088"/>
            <a:ext cx="8229600" cy="720080"/>
          </a:xfrm>
          <a:prstGeom prst="rect">
            <a:avLst/>
          </a:prstGeom>
        </p:spPr>
        <p:txBody>
          <a:bodyPr/>
          <a:lstStyle>
            <a:lvl1pPr>
              <a:defRPr lang="zh-CN" altLang="en-US" sz="3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890" y="980728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>
          <a:xfrm>
            <a:off x="3124200" y="6237288"/>
            <a:ext cx="2895600" cy="4841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6516688" y="56340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D8C6DE-6AFA-4E89-B9F3-C1CCA6B52B3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1025525"/>
          </a:xfrm>
          <a:prstGeom prst="rect">
            <a:avLst/>
          </a:prstGeom>
          <a:gradFill rotWithShape="1">
            <a:gsLst>
              <a:gs pos="0">
                <a:srgbClr val="5E9EFF"/>
              </a:gs>
              <a:gs pos="17999">
                <a:srgbClr val="5E9EFF"/>
              </a:gs>
              <a:gs pos="100000">
                <a:srgbClr val="FFEBFA"/>
              </a:gs>
            </a:gsLst>
            <a:lin ang="2700000" scaled="1"/>
          </a:gradFill>
          <a:ln w="28575" cap="rnd" algn="ctr">
            <a:solidFill>
              <a:srgbClr val="C0C0C0"/>
            </a:solidFill>
            <a:prstDash val="sysDot"/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b="1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1025525"/>
          </a:xfrm>
          <a:prstGeom prst="rect">
            <a:avLst/>
          </a:prstGeom>
          <a:gradFill rotWithShape="1">
            <a:gsLst>
              <a:gs pos="0">
                <a:srgbClr val="5E9EFF"/>
              </a:gs>
              <a:gs pos="17999">
                <a:srgbClr val="5E9EFF"/>
              </a:gs>
              <a:gs pos="100000">
                <a:srgbClr val="FFEBFA"/>
              </a:gs>
            </a:gsLst>
            <a:lin ang="2700000" scaled="1"/>
          </a:gradFill>
          <a:ln w="28575" cap="rnd" algn="ctr">
            <a:solidFill>
              <a:srgbClr val="C0C0C0"/>
            </a:solidFill>
            <a:prstDash val="sysDot"/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000" b="1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0"/>
            <a:ext cx="8229600" cy="706090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80728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8024" y="1052736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6139F-BB75-41BB-B61C-31076357B3E8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0E4197-1B4C-4A06-8ACB-2EA7E4025B9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27856"/>
            <a:ext cx="8229600" cy="634082"/>
          </a:xfrm>
          <a:prstGeom prst="rect">
            <a:avLst/>
          </a:prstGeom>
        </p:spPr>
        <p:txBody>
          <a:bodyPr/>
          <a:lstStyle>
            <a:lvl1pPr>
              <a:defRPr lang="zh-CN" altLang="en-US"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4F795-9E13-4DBD-9F75-7C49F2232941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8F7FC-404B-45D4-941C-EA31466158F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27856"/>
            <a:ext cx="8229600" cy="634082"/>
          </a:xfrm>
          <a:prstGeom prst="rect">
            <a:avLst/>
          </a:prstGeom>
        </p:spPr>
        <p:txBody>
          <a:bodyPr/>
          <a:lstStyle>
            <a:lvl1pPr>
              <a:defRPr lang="zh-CN" altLang="en-US"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0150E-38ED-49B5-BFB1-1EE15BD62172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66CE1-9B37-4530-9E2F-952EE543D7B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69B109-B2A3-4666-9B5B-29307CBA87A0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7DC70-46DF-4950-A406-C832ED7DD44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B37D54-74FF-425F-B07B-3568B48991F3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A878AE-400B-49AE-9FEB-D7A18074D3E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C76BD-C3AB-4773-8148-AAE65918AFB0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561824-C16E-4B0F-BAB9-64A5A65F792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634082"/>
          </a:xfrm>
          <a:prstGeom prst="rect">
            <a:avLst/>
          </a:prstGeom>
        </p:spPr>
        <p:txBody>
          <a:bodyPr/>
          <a:lstStyle>
            <a:lvl1pPr>
              <a:defRPr lang="zh-CN" altLang="en-US"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536" y="1124744"/>
            <a:ext cx="8229600" cy="4525963"/>
          </a:xfrm>
          <a:prstGeom prst="rect">
            <a:avLst/>
          </a:prstGeom>
        </p:spPr>
        <p:txBody>
          <a:bodyPr vert="eaVert"/>
          <a:lstStyle>
            <a:lvl1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11238-389E-4BD7-9D36-3E260581CB2B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FAC9F-F701-4E6D-BD6A-D3A65FCC87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14BC40-4E49-4E4F-BE54-F7612F180558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5B1D2-6F91-490B-92D4-D324ACF5DD0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 noChangeArrowheads="1"/>
          </p:cNvSpPr>
          <p:nvPr userDrawn="1"/>
        </p:nvSpPr>
        <p:spPr>
          <a:xfrm>
            <a:off x="6883400" y="5122863"/>
            <a:ext cx="2085975" cy="511175"/>
          </a:xfrm>
          <a:prstGeom prst="rect">
            <a:avLst/>
          </a:prstGeom>
        </p:spPr>
        <p:txBody>
          <a:bodyPr lIns="0" tIns="0" rIns="0" b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Calibri" panose="020F0502020204030204" pitchFamily="34" charset="0"/>
              </a:rPr>
              <a:t>信息学院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11088"/>
            <a:ext cx="8229600" cy="720080"/>
          </a:xfrm>
          <a:prstGeom prst="rect">
            <a:avLst/>
          </a:prstGeom>
        </p:spPr>
        <p:txBody>
          <a:bodyPr/>
          <a:lstStyle>
            <a:lvl1pPr>
              <a:defRPr lang="zh-CN" altLang="en-US" sz="3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890" y="980728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28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>
          <a:xfrm>
            <a:off x="3124200" y="6237288"/>
            <a:ext cx="2895600" cy="4841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6516688" y="5634038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D8C6DE-6AFA-4E89-B9F3-C1CCA6B52B3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1025525"/>
          </a:xfrm>
          <a:prstGeom prst="rect">
            <a:avLst/>
          </a:prstGeom>
          <a:gradFill rotWithShape="1">
            <a:gsLst>
              <a:gs pos="0">
                <a:srgbClr val="5E9EFF"/>
              </a:gs>
              <a:gs pos="17999">
                <a:srgbClr val="5E9EFF"/>
              </a:gs>
              <a:gs pos="100000">
                <a:srgbClr val="FFEBFA"/>
              </a:gs>
            </a:gsLst>
            <a:lin ang="2700000" scaled="1"/>
          </a:gradFill>
          <a:ln w="28575" cap="rnd" algn="ctr">
            <a:solidFill>
              <a:srgbClr val="C0C0C0"/>
            </a:solidFill>
            <a:prstDash val="sysDot"/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000" b="1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1025525"/>
          </a:xfrm>
          <a:prstGeom prst="rect">
            <a:avLst/>
          </a:prstGeom>
          <a:gradFill rotWithShape="1">
            <a:gsLst>
              <a:gs pos="0">
                <a:srgbClr val="5E9EFF"/>
              </a:gs>
              <a:gs pos="17999">
                <a:srgbClr val="5E9EFF"/>
              </a:gs>
              <a:gs pos="100000">
                <a:srgbClr val="FFEBFA"/>
              </a:gs>
            </a:gsLst>
            <a:lin ang="2700000" scaled="1"/>
          </a:gradFill>
          <a:ln w="28575" cap="rnd" algn="ctr">
            <a:solidFill>
              <a:srgbClr val="C0C0C0"/>
            </a:solidFill>
            <a:prstDash val="sysDot"/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000" b="1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1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13AE868-3722-41D6-BC2D-BE9F3CC60F89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C0F4897-CA11-4FC6-B6A6-3AC385499A5B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对角圆角矩形 5"/>
          <p:cNvSpPr/>
          <p:nvPr userDrawn="1"/>
        </p:nvSpPr>
        <p:spPr>
          <a:xfrm>
            <a:off x="0" y="6371321"/>
            <a:ext cx="9144000" cy="486679"/>
          </a:xfrm>
          <a:custGeom>
            <a:avLst/>
            <a:gdLst>
              <a:gd name="connsiteX0" fmla="*/ 457200 w 9139922"/>
              <a:gd name="connsiteY0" fmla="*/ 0 h 914400"/>
              <a:gd name="connsiteX1" fmla="*/ 9139922 w 9139922"/>
              <a:gd name="connsiteY1" fmla="*/ 0 h 914400"/>
              <a:gd name="connsiteX2" fmla="*/ 9139922 w 9139922"/>
              <a:gd name="connsiteY2" fmla="*/ 0 h 914400"/>
              <a:gd name="connsiteX3" fmla="*/ 9139922 w 9139922"/>
              <a:gd name="connsiteY3" fmla="*/ 457200 h 914400"/>
              <a:gd name="connsiteX4" fmla="*/ 8682722 w 9139922"/>
              <a:gd name="connsiteY4" fmla="*/ 914400 h 914400"/>
              <a:gd name="connsiteX5" fmla="*/ 0 w 9139922"/>
              <a:gd name="connsiteY5" fmla="*/ 914400 h 914400"/>
              <a:gd name="connsiteX6" fmla="*/ 0 w 9139922"/>
              <a:gd name="connsiteY6" fmla="*/ 914400 h 914400"/>
              <a:gd name="connsiteX7" fmla="*/ 0 w 9139922"/>
              <a:gd name="connsiteY7" fmla="*/ 457200 h 914400"/>
              <a:gd name="connsiteX8" fmla="*/ 457200 w 9139922"/>
              <a:gd name="connsiteY8" fmla="*/ 0 h 914400"/>
              <a:gd name="connsiteX0-1" fmla="*/ 457200 w 9168951"/>
              <a:gd name="connsiteY0-2" fmla="*/ 0 h 933978"/>
              <a:gd name="connsiteX1-3" fmla="*/ 9139922 w 9168951"/>
              <a:gd name="connsiteY1-4" fmla="*/ 0 h 933978"/>
              <a:gd name="connsiteX2-5" fmla="*/ 9139922 w 9168951"/>
              <a:gd name="connsiteY2-6" fmla="*/ 0 h 933978"/>
              <a:gd name="connsiteX3-7" fmla="*/ 9168951 w 9168951"/>
              <a:gd name="connsiteY3-8" fmla="*/ 762000 h 933978"/>
              <a:gd name="connsiteX4-9" fmla="*/ 8682722 w 9168951"/>
              <a:gd name="connsiteY4-10" fmla="*/ 914400 h 933978"/>
              <a:gd name="connsiteX5-11" fmla="*/ 0 w 9168951"/>
              <a:gd name="connsiteY5-12" fmla="*/ 914400 h 933978"/>
              <a:gd name="connsiteX6-13" fmla="*/ 0 w 9168951"/>
              <a:gd name="connsiteY6-14" fmla="*/ 914400 h 933978"/>
              <a:gd name="connsiteX7-15" fmla="*/ 0 w 9168951"/>
              <a:gd name="connsiteY7-16" fmla="*/ 457200 h 933978"/>
              <a:gd name="connsiteX8-17" fmla="*/ 457200 w 9168951"/>
              <a:gd name="connsiteY8-18" fmla="*/ 0 h 933978"/>
              <a:gd name="connsiteX0-19" fmla="*/ 457200 w 9168951"/>
              <a:gd name="connsiteY0-20" fmla="*/ 0 h 918232"/>
              <a:gd name="connsiteX1-21" fmla="*/ 9139922 w 9168951"/>
              <a:gd name="connsiteY1-22" fmla="*/ 0 h 918232"/>
              <a:gd name="connsiteX2-23" fmla="*/ 9139922 w 9168951"/>
              <a:gd name="connsiteY2-24" fmla="*/ 0 h 918232"/>
              <a:gd name="connsiteX3-25" fmla="*/ 9168951 w 9168951"/>
              <a:gd name="connsiteY3-26" fmla="*/ 762000 h 918232"/>
              <a:gd name="connsiteX4-27" fmla="*/ 8682722 w 9168951"/>
              <a:gd name="connsiteY4-28" fmla="*/ 914400 h 918232"/>
              <a:gd name="connsiteX5-29" fmla="*/ 0 w 9168951"/>
              <a:gd name="connsiteY5-30" fmla="*/ 914400 h 918232"/>
              <a:gd name="connsiteX6-31" fmla="*/ 0 w 9168951"/>
              <a:gd name="connsiteY6-32" fmla="*/ 914400 h 918232"/>
              <a:gd name="connsiteX7-33" fmla="*/ 0 w 9168951"/>
              <a:gd name="connsiteY7-34" fmla="*/ 457200 h 918232"/>
              <a:gd name="connsiteX8-35" fmla="*/ 457200 w 9168951"/>
              <a:gd name="connsiteY8-36" fmla="*/ 0 h 918232"/>
              <a:gd name="connsiteX0-37" fmla="*/ 457200 w 9168951"/>
              <a:gd name="connsiteY0-38" fmla="*/ 0 h 918232"/>
              <a:gd name="connsiteX1-39" fmla="*/ 9139922 w 9168951"/>
              <a:gd name="connsiteY1-40" fmla="*/ 0 h 918232"/>
              <a:gd name="connsiteX2-41" fmla="*/ 9139922 w 9168951"/>
              <a:gd name="connsiteY2-42" fmla="*/ 0 h 918232"/>
              <a:gd name="connsiteX3-43" fmla="*/ 9168951 w 9168951"/>
              <a:gd name="connsiteY3-44" fmla="*/ 762000 h 918232"/>
              <a:gd name="connsiteX4-45" fmla="*/ 8682722 w 9168951"/>
              <a:gd name="connsiteY4-46" fmla="*/ 914400 h 918232"/>
              <a:gd name="connsiteX5-47" fmla="*/ 0 w 9168951"/>
              <a:gd name="connsiteY5-48" fmla="*/ 914400 h 918232"/>
              <a:gd name="connsiteX6-49" fmla="*/ 0 w 9168951"/>
              <a:gd name="connsiteY6-50" fmla="*/ 914400 h 918232"/>
              <a:gd name="connsiteX7-51" fmla="*/ 0 w 9168951"/>
              <a:gd name="connsiteY7-52" fmla="*/ 457200 h 918232"/>
              <a:gd name="connsiteX8-53" fmla="*/ 457200 w 9168951"/>
              <a:gd name="connsiteY8-54" fmla="*/ 0 h 918232"/>
              <a:gd name="connsiteX0-55" fmla="*/ 457200 w 9168951"/>
              <a:gd name="connsiteY0-56" fmla="*/ 0 h 918232"/>
              <a:gd name="connsiteX1-57" fmla="*/ 9139922 w 9168951"/>
              <a:gd name="connsiteY1-58" fmla="*/ 0 h 918232"/>
              <a:gd name="connsiteX2-59" fmla="*/ 9139922 w 9168951"/>
              <a:gd name="connsiteY2-60" fmla="*/ 0 h 918232"/>
              <a:gd name="connsiteX3-61" fmla="*/ 9168951 w 9168951"/>
              <a:gd name="connsiteY3-62" fmla="*/ 762000 h 918232"/>
              <a:gd name="connsiteX4-63" fmla="*/ 8682722 w 9168951"/>
              <a:gd name="connsiteY4-64" fmla="*/ 914400 h 918232"/>
              <a:gd name="connsiteX5-65" fmla="*/ 0 w 9168951"/>
              <a:gd name="connsiteY5-66" fmla="*/ 914400 h 918232"/>
              <a:gd name="connsiteX6-67" fmla="*/ 0 w 9168951"/>
              <a:gd name="connsiteY6-68" fmla="*/ 914400 h 918232"/>
              <a:gd name="connsiteX7-69" fmla="*/ 0 w 9168951"/>
              <a:gd name="connsiteY7-70" fmla="*/ 457200 h 918232"/>
              <a:gd name="connsiteX8-71" fmla="*/ 457200 w 9168951"/>
              <a:gd name="connsiteY8-72" fmla="*/ 0 h 918232"/>
              <a:gd name="connsiteX0-73" fmla="*/ 457200 w 9154436"/>
              <a:gd name="connsiteY0-74" fmla="*/ 0 h 956427"/>
              <a:gd name="connsiteX1-75" fmla="*/ 9139922 w 9154436"/>
              <a:gd name="connsiteY1-76" fmla="*/ 0 h 956427"/>
              <a:gd name="connsiteX2-77" fmla="*/ 9139922 w 9154436"/>
              <a:gd name="connsiteY2-78" fmla="*/ 0 h 956427"/>
              <a:gd name="connsiteX3-79" fmla="*/ 9154436 w 9154436"/>
              <a:gd name="connsiteY3-80" fmla="*/ 849086 h 956427"/>
              <a:gd name="connsiteX4-81" fmla="*/ 8682722 w 9154436"/>
              <a:gd name="connsiteY4-82" fmla="*/ 914400 h 956427"/>
              <a:gd name="connsiteX5-83" fmla="*/ 0 w 9154436"/>
              <a:gd name="connsiteY5-84" fmla="*/ 914400 h 956427"/>
              <a:gd name="connsiteX6-85" fmla="*/ 0 w 9154436"/>
              <a:gd name="connsiteY6-86" fmla="*/ 914400 h 956427"/>
              <a:gd name="connsiteX7-87" fmla="*/ 0 w 9154436"/>
              <a:gd name="connsiteY7-88" fmla="*/ 457200 h 956427"/>
              <a:gd name="connsiteX8-89" fmla="*/ 457200 w 9154436"/>
              <a:gd name="connsiteY8-90" fmla="*/ 0 h 956427"/>
              <a:gd name="connsiteX0-91" fmla="*/ 457200 w 9154436"/>
              <a:gd name="connsiteY0-92" fmla="*/ 0 h 956427"/>
              <a:gd name="connsiteX1-93" fmla="*/ 9139922 w 9154436"/>
              <a:gd name="connsiteY1-94" fmla="*/ 0 h 956427"/>
              <a:gd name="connsiteX2-95" fmla="*/ 9139922 w 9154436"/>
              <a:gd name="connsiteY2-96" fmla="*/ 0 h 956427"/>
              <a:gd name="connsiteX3-97" fmla="*/ 9154436 w 9154436"/>
              <a:gd name="connsiteY3-98" fmla="*/ 849086 h 956427"/>
              <a:gd name="connsiteX4-99" fmla="*/ 8682722 w 9154436"/>
              <a:gd name="connsiteY4-100" fmla="*/ 914400 h 956427"/>
              <a:gd name="connsiteX5-101" fmla="*/ 0 w 9154436"/>
              <a:gd name="connsiteY5-102" fmla="*/ 914400 h 956427"/>
              <a:gd name="connsiteX6-103" fmla="*/ 0 w 9154436"/>
              <a:gd name="connsiteY6-104" fmla="*/ 914400 h 956427"/>
              <a:gd name="connsiteX7-105" fmla="*/ 0 w 9154436"/>
              <a:gd name="connsiteY7-106" fmla="*/ 457200 h 956427"/>
              <a:gd name="connsiteX8-107" fmla="*/ 457200 w 9154436"/>
              <a:gd name="connsiteY8-108" fmla="*/ 0 h 956427"/>
              <a:gd name="connsiteX0-109" fmla="*/ 457200 w 9154436"/>
              <a:gd name="connsiteY0-110" fmla="*/ 0 h 950377"/>
              <a:gd name="connsiteX1-111" fmla="*/ 9139922 w 9154436"/>
              <a:gd name="connsiteY1-112" fmla="*/ 0 h 950377"/>
              <a:gd name="connsiteX2-113" fmla="*/ 9139922 w 9154436"/>
              <a:gd name="connsiteY2-114" fmla="*/ 0 h 950377"/>
              <a:gd name="connsiteX3-115" fmla="*/ 9154436 w 9154436"/>
              <a:gd name="connsiteY3-116" fmla="*/ 849086 h 950377"/>
              <a:gd name="connsiteX4-117" fmla="*/ 8682722 w 9154436"/>
              <a:gd name="connsiteY4-118" fmla="*/ 914400 h 950377"/>
              <a:gd name="connsiteX5-119" fmla="*/ 0 w 9154436"/>
              <a:gd name="connsiteY5-120" fmla="*/ 914400 h 950377"/>
              <a:gd name="connsiteX6-121" fmla="*/ 0 w 9154436"/>
              <a:gd name="connsiteY6-122" fmla="*/ 914400 h 950377"/>
              <a:gd name="connsiteX7-123" fmla="*/ 0 w 9154436"/>
              <a:gd name="connsiteY7-124" fmla="*/ 457200 h 950377"/>
              <a:gd name="connsiteX8-125" fmla="*/ 457200 w 9154436"/>
              <a:gd name="connsiteY8-126" fmla="*/ 0 h 950377"/>
              <a:gd name="connsiteX0-127" fmla="*/ 457200 w 9154436"/>
              <a:gd name="connsiteY0-128" fmla="*/ 0 h 915210"/>
              <a:gd name="connsiteX1-129" fmla="*/ 9139922 w 9154436"/>
              <a:gd name="connsiteY1-130" fmla="*/ 0 h 915210"/>
              <a:gd name="connsiteX2-131" fmla="*/ 9139922 w 9154436"/>
              <a:gd name="connsiteY2-132" fmla="*/ 0 h 915210"/>
              <a:gd name="connsiteX3-133" fmla="*/ 9154436 w 9154436"/>
              <a:gd name="connsiteY3-134" fmla="*/ 849086 h 915210"/>
              <a:gd name="connsiteX4-135" fmla="*/ 8682722 w 9154436"/>
              <a:gd name="connsiteY4-136" fmla="*/ 914400 h 915210"/>
              <a:gd name="connsiteX5-137" fmla="*/ 0 w 9154436"/>
              <a:gd name="connsiteY5-138" fmla="*/ 914400 h 915210"/>
              <a:gd name="connsiteX6-139" fmla="*/ 0 w 9154436"/>
              <a:gd name="connsiteY6-140" fmla="*/ 914400 h 915210"/>
              <a:gd name="connsiteX7-141" fmla="*/ 0 w 9154436"/>
              <a:gd name="connsiteY7-142" fmla="*/ 457200 h 915210"/>
              <a:gd name="connsiteX8-143" fmla="*/ 457200 w 9154436"/>
              <a:gd name="connsiteY8-144" fmla="*/ 0 h 915210"/>
              <a:gd name="connsiteX0-145" fmla="*/ 457200 w 9154436"/>
              <a:gd name="connsiteY0-146" fmla="*/ 0 h 914400"/>
              <a:gd name="connsiteX1-147" fmla="*/ 9139922 w 9154436"/>
              <a:gd name="connsiteY1-148" fmla="*/ 0 h 914400"/>
              <a:gd name="connsiteX2-149" fmla="*/ 9139922 w 9154436"/>
              <a:gd name="connsiteY2-150" fmla="*/ 0 h 914400"/>
              <a:gd name="connsiteX3-151" fmla="*/ 9154436 w 9154436"/>
              <a:gd name="connsiteY3-152" fmla="*/ 849086 h 914400"/>
              <a:gd name="connsiteX4-153" fmla="*/ 8682722 w 9154436"/>
              <a:gd name="connsiteY4-154" fmla="*/ 914400 h 914400"/>
              <a:gd name="connsiteX5-155" fmla="*/ 0 w 9154436"/>
              <a:gd name="connsiteY5-156" fmla="*/ 914400 h 914400"/>
              <a:gd name="connsiteX6-157" fmla="*/ 0 w 9154436"/>
              <a:gd name="connsiteY6-158" fmla="*/ 914400 h 914400"/>
              <a:gd name="connsiteX7-159" fmla="*/ 0 w 9154436"/>
              <a:gd name="connsiteY7-160" fmla="*/ 457200 h 914400"/>
              <a:gd name="connsiteX8-161" fmla="*/ 457200 w 9154436"/>
              <a:gd name="connsiteY8-162" fmla="*/ 0 h 914400"/>
              <a:gd name="connsiteX0-163" fmla="*/ 457200 w 9154436"/>
              <a:gd name="connsiteY0-164" fmla="*/ 0 h 914400"/>
              <a:gd name="connsiteX1-165" fmla="*/ 9139922 w 9154436"/>
              <a:gd name="connsiteY1-166" fmla="*/ 0 h 914400"/>
              <a:gd name="connsiteX2-167" fmla="*/ 9139922 w 9154436"/>
              <a:gd name="connsiteY2-168" fmla="*/ 0 h 914400"/>
              <a:gd name="connsiteX3-169" fmla="*/ 9154436 w 9154436"/>
              <a:gd name="connsiteY3-170" fmla="*/ 849086 h 914400"/>
              <a:gd name="connsiteX4-171" fmla="*/ 8682722 w 9154436"/>
              <a:gd name="connsiteY4-172" fmla="*/ 914400 h 914400"/>
              <a:gd name="connsiteX5-173" fmla="*/ 0 w 9154436"/>
              <a:gd name="connsiteY5-174" fmla="*/ 914400 h 914400"/>
              <a:gd name="connsiteX6-175" fmla="*/ 0 w 9154436"/>
              <a:gd name="connsiteY6-176" fmla="*/ 914400 h 914400"/>
              <a:gd name="connsiteX7-177" fmla="*/ 0 w 9154436"/>
              <a:gd name="connsiteY7-178" fmla="*/ 457200 h 914400"/>
              <a:gd name="connsiteX8-179" fmla="*/ 457200 w 9154436"/>
              <a:gd name="connsiteY8-180" fmla="*/ 0 h 914400"/>
              <a:gd name="connsiteX0-181" fmla="*/ 457200 w 9139922"/>
              <a:gd name="connsiteY0-182" fmla="*/ 0 h 916785"/>
              <a:gd name="connsiteX1-183" fmla="*/ 9139922 w 9139922"/>
              <a:gd name="connsiteY1-184" fmla="*/ 0 h 916785"/>
              <a:gd name="connsiteX2-185" fmla="*/ 9139922 w 9139922"/>
              <a:gd name="connsiteY2-186" fmla="*/ 0 h 916785"/>
              <a:gd name="connsiteX3-187" fmla="*/ 9139922 w 9139922"/>
              <a:gd name="connsiteY3-188" fmla="*/ 892629 h 916785"/>
              <a:gd name="connsiteX4-189" fmla="*/ 8682722 w 9139922"/>
              <a:gd name="connsiteY4-190" fmla="*/ 914400 h 916785"/>
              <a:gd name="connsiteX5-191" fmla="*/ 0 w 9139922"/>
              <a:gd name="connsiteY5-192" fmla="*/ 914400 h 916785"/>
              <a:gd name="connsiteX6-193" fmla="*/ 0 w 9139922"/>
              <a:gd name="connsiteY6-194" fmla="*/ 914400 h 916785"/>
              <a:gd name="connsiteX7-195" fmla="*/ 0 w 9139922"/>
              <a:gd name="connsiteY7-196" fmla="*/ 457200 h 916785"/>
              <a:gd name="connsiteX8-197" fmla="*/ 457200 w 9139922"/>
              <a:gd name="connsiteY8-198" fmla="*/ 0 h 916785"/>
              <a:gd name="connsiteX0-199" fmla="*/ 457200 w 9139922"/>
              <a:gd name="connsiteY0-200" fmla="*/ 0 h 916785"/>
              <a:gd name="connsiteX1-201" fmla="*/ 9139922 w 9139922"/>
              <a:gd name="connsiteY1-202" fmla="*/ 0 h 916785"/>
              <a:gd name="connsiteX2-203" fmla="*/ 9139922 w 9139922"/>
              <a:gd name="connsiteY2-204" fmla="*/ 0 h 916785"/>
              <a:gd name="connsiteX3-205" fmla="*/ 9139922 w 9139922"/>
              <a:gd name="connsiteY3-206" fmla="*/ 892629 h 916785"/>
              <a:gd name="connsiteX4-207" fmla="*/ 8682722 w 9139922"/>
              <a:gd name="connsiteY4-208" fmla="*/ 914400 h 916785"/>
              <a:gd name="connsiteX5-209" fmla="*/ 0 w 9139922"/>
              <a:gd name="connsiteY5-210" fmla="*/ 914400 h 916785"/>
              <a:gd name="connsiteX6-211" fmla="*/ 0 w 9139922"/>
              <a:gd name="connsiteY6-212" fmla="*/ 914400 h 916785"/>
              <a:gd name="connsiteX7-213" fmla="*/ 0 w 9139922"/>
              <a:gd name="connsiteY7-214" fmla="*/ 457200 h 916785"/>
              <a:gd name="connsiteX8-215" fmla="*/ 457200 w 9139922"/>
              <a:gd name="connsiteY8-216" fmla="*/ 0 h 9167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139922" h="916785">
                <a:moveTo>
                  <a:pt x="457200" y="0"/>
                </a:moveTo>
                <a:lnTo>
                  <a:pt x="9139922" y="0"/>
                </a:lnTo>
                <a:lnTo>
                  <a:pt x="9139922" y="0"/>
                </a:lnTo>
                <a:cubicBezTo>
                  <a:pt x="9139922" y="152400"/>
                  <a:pt x="9139924" y="943429"/>
                  <a:pt x="9139922" y="892629"/>
                </a:cubicBezTo>
                <a:cubicBezTo>
                  <a:pt x="9096380" y="927420"/>
                  <a:pt x="8935227" y="914400"/>
                  <a:pt x="8682722" y="914400"/>
                </a:cubicBezTo>
                <a:lnTo>
                  <a:pt x="0" y="914400"/>
                </a:lnTo>
                <a:lnTo>
                  <a:pt x="0" y="914400"/>
                </a:lnTo>
                <a:lnTo>
                  <a:pt x="0" y="457200"/>
                </a:ln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gradFill flip="none" rotWithShape="1">
            <a:gsLst>
              <a:gs pos="22000">
                <a:schemeClr val="accent5">
                  <a:lumMod val="75000"/>
                </a:schemeClr>
              </a:gs>
              <a:gs pos="8000">
                <a:srgbClr val="00030A"/>
              </a:gs>
              <a:gs pos="100000">
                <a:srgbClr val="000A1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标题 1"/>
          <p:cNvSpPr txBox="1">
            <a:spLocks noChangeArrowheads="1"/>
          </p:cNvSpPr>
          <p:nvPr userDrawn="1"/>
        </p:nvSpPr>
        <p:spPr>
          <a:xfrm>
            <a:off x="7061200" y="6303963"/>
            <a:ext cx="2085975" cy="512762"/>
          </a:xfrm>
          <a:prstGeom prst="rect">
            <a:avLst/>
          </a:prstGeom>
        </p:spPr>
        <p:txBody>
          <a:bodyPr lIns="0" tIns="0" rIns="0" b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prstClr val="white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Calibri" panose="020F0502020204030204" pitchFamily="34" charset="0"/>
              </a:rPr>
              <a:t>计信学院</a:t>
            </a:r>
          </a:p>
        </p:txBody>
      </p:sp>
      <p:sp>
        <p:nvSpPr>
          <p:cNvPr id="9" name="对角圆角矩形 1"/>
          <p:cNvSpPr/>
          <p:nvPr userDrawn="1"/>
        </p:nvSpPr>
        <p:spPr>
          <a:xfrm>
            <a:off x="-12430" y="-14516"/>
            <a:ext cx="9155573" cy="779220"/>
          </a:xfrm>
          <a:custGeom>
            <a:avLst/>
            <a:gdLst>
              <a:gd name="connsiteX0" fmla="*/ 601216 w 9324528"/>
              <a:gd name="connsiteY0" fmla="*/ 0 h 1202432"/>
              <a:gd name="connsiteX1" fmla="*/ 9324528 w 9324528"/>
              <a:gd name="connsiteY1" fmla="*/ 0 h 1202432"/>
              <a:gd name="connsiteX2" fmla="*/ 9324528 w 9324528"/>
              <a:gd name="connsiteY2" fmla="*/ 0 h 1202432"/>
              <a:gd name="connsiteX3" fmla="*/ 9324528 w 9324528"/>
              <a:gd name="connsiteY3" fmla="*/ 601216 h 1202432"/>
              <a:gd name="connsiteX4" fmla="*/ 8723312 w 9324528"/>
              <a:gd name="connsiteY4" fmla="*/ 1202432 h 1202432"/>
              <a:gd name="connsiteX5" fmla="*/ 0 w 9324528"/>
              <a:gd name="connsiteY5" fmla="*/ 1202432 h 1202432"/>
              <a:gd name="connsiteX6" fmla="*/ 0 w 9324528"/>
              <a:gd name="connsiteY6" fmla="*/ 1202432 h 1202432"/>
              <a:gd name="connsiteX7" fmla="*/ 0 w 9324528"/>
              <a:gd name="connsiteY7" fmla="*/ 601216 h 1202432"/>
              <a:gd name="connsiteX8" fmla="*/ 601216 w 9324528"/>
              <a:gd name="connsiteY8" fmla="*/ 0 h 1202432"/>
              <a:gd name="connsiteX0-1" fmla="*/ 601216 w 9324528"/>
              <a:gd name="connsiteY0-2" fmla="*/ 0 h 1202432"/>
              <a:gd name="connsiteX1-3" fmla="*/ 9324528 w 9324528"/>
              <a:gd name="connsiteY1-4" fmla="*/ 0 h 1202432"/>
              <a:gd name="connsiteX2-5" fmla="*/ 9324528 w 9324528"/>
              <a:gd name="connsiteY2-6" fmla="*/ 0 h 1202432"/>
              <a:gd name="connsiteX3-7" fmla="*/ 9324528 w 9324528"/>
              <a:gd name="connsiteY3-8" fmla="*/ 601216 h 1202432"/>
              <a:gd name="connsiteX4-9" fmla="*/ 8723312 w 9324528"/>
              <a:gd name="connsiteY4-10" fmla="*/ 1202432 h 1202432"/>
              <a:gd name="connsiteX5-11" fmla="*/ 0 w 9324528"/>
              <a:gd name="connsiteY5-12" fmla="*/ 1202432 h 1202432"/>
              <a:gd name="connsiteX6-13" fmla="*/ 0 w 9324528"/>
              <a:gd name="connsiteY6-14" fmla="*/ 1202432 h 1202432"/>
              <a:gd name="connsiteX7-15" fmla="*/ 0 w 9324528"/>
              <a:gd name="connsiteY7-16" fmla="*/ 601216 h 1202432"/>
              <a:gd name="connsiteX8-17" fmla="*/ 601216 w 9324528"/>
              <a:gd name="connsiteY8-18" fmla="*/ 0 h 1202432"/>
              <a:gd name="connsiteX0-19" fmla="*/ 601216 w 9324528"/>
              <a:gd name="connsiteY0-20" fmla="*/ 0 h 1202432"/>
              <a:gd name="connsiteX1-21" fmla="*/ 9324528 w 9324528"/>
              <a:gd name="connsiteY1-22" fmla="*/ 0 h 1202432"/>
              <a:gd name="connsiteX2-23" fmla="*/ 9324528 w 9324528"/>
              <a:gd name="connsiteY2-24" fmla="*/ 0 h 1202432"/>
              <a:gd name="connsiteX3-25" fmla="*/ 9324528 w 9324528"/>
              <a:gd name="connsiteY3-26" fmla="*/ 601216 h 1202432"/>
              <a:gd name="connsiteX4-27" fmla="*/ 8723312 w 9324528"/>
              <a:gd name="connsiteY4-28" fmla="*/ 1202432 h 1202432"/>
              <a:gd name="connsiteX5-29" fmla="*/ 0 w 9324528"/>
              <a:gd name="connsiteY5-30" fmla="*/ 1202432 h 1202432"/>
              <a:gd name="connsiteX6-31" fmla="*/ 130628 w 9324528"/>
              <a:gd name="connsiteY6-32" fmla="*/ 1202432 h 1202432"/>
              <a:gd name="connsiteX7-33" fmla="*/ 0 w 9324528"/>
              <a:gd name="connsiteY7-34" fmla="*/ 601216 h 1202432"/>
              <a:gd name="connsiteX8-35" fmla="*/ 601216 w 9324528"/>
              <a:gd name="connsiteY8-36" fmla="*/ 0 h 1202432"/>
              <a:gd name="connsiteX0-37" fmla="*/ 601216 w 9324528"/>
              <a:gd name="connsiteY0-38" fmla="*/ 0 h 1202432"/>
              <a:gd name="connsiteX1-39" fmla="*/ 9324528 w 9324528"/>
              <a:gd name="connsiteY1-40" fmla="*/ 0 h 1202432"/>
              <a:gd name="connsiteX2-41" fmla="*/ 9324528 w 9324528"/>
              <a:gd name="connsiteY2-42" fmla="*/ 0 h 1202432"/>
              <a:gd name="connsiteX3-43" fmla="*/ 9324528 w 9324528"/>
              <a:gd name="connsiteY3-44" fmla="*/ 601216 h 1202432"/>
              <a:gd name="connsiteX4-45" fmla="*/ 8723312 w 9324528"/>
              <a:gd name="connsiteY4-46" fmla="*/ 1202432 h 1202432"/>
              <a:gd name="connsiteX5-47" fmla="*/ 0 w 9324528"/>
              <a:gd name="connsiteY5-48" fmla="*/ 1202432 h 1202432"/>
              <a:gd name="connsiteX6-49" fmla="*/ 130628 w 9324528"/>
              <a:gd name="connsiteY6-50" fmla="*/ 1202432 h 1202432"/>
              <a:gd name="connsiteX7-51" fmla="*/ 188685 w 9324528"/>
              <a:gd name="connsiteY7-52" fmla="*/ 601216 h 1202432"/>
              <a:gd name="connsiteX8-53" fmla="*/ 601216 w 9324528"/>
              <a:gd name="connsiteY8-54" fmla="*/ 0 h 1202432"/>
              <a:gd name="connsiteX0-55" fmla="*/ 601216 w 9324528"/>
              <a:gd name="connsiteY0-56" fmla="*/ 0 h 1202432"/>
              <a:gd name="connsiteX1-57" fmla="*/ 9324528 w 9324528"/>
              <a:gd name="connsiteY1-58" fmla="*/ 0 h 1202432"/>
              <a:gd name="connsiteX2-59" fmla="*/ 9324528 w 9324528"/>
              <a:gd name="connsiteY2-60" fmla="*/ 0 h 1202432"/>
              <a:gd name="connsiteX3-61" fmla="*/ 9324528 w 9324528"/>
              <a:gd name="connsiteY3-62" fmla="*/ 601216 h 1202432"/>
              <a:gd name="connsiteX4-63" fmla="*/ 8723312 w 9324528"/>
              <a:gd name="connsiteY4-64" fmla="*/ 1202432 h 1202432"/>
              <a:gd name="connsiteX5-65" fmla="*/ 0 w 9324528"/>
              <a:gd name="connsiteY5-66" fmla="*/ 1202432 h 1202432"/>
              <a:gd name="connsiteX6-67" fmla="*/ 188685 w 9324528"/>
              <a:gd name="connsiteY6-68" fmla="*/ 1202432 h 1202432"/>
              <a:gd name="connsiteX7-69" fmla="*/ 188685 w 9324528"/>
              <a:gd name="connsiteY7-70" fmla="*/ 601216 h 1202432"/>
              <a:gd name="connsiteX8-71" fmla="*/ 601216 w 9324528"/>
              <a:gd name="connsiteY8-72" fmla="*/ 0 h 1202432"/>
              <a:gd name="connsiteX0-73" fmla="*/ 586701 w 9324528"/>
              <a:gd name="connsiteY0-74" fmla="*/ 14514 h 1202432"/>
              <a:gd name="connsiteX1-75" fmla="*/ 9324528 w 9324528"/>
              <a:gd name="connsiteY1-76" fmla="*/ 0 h 1202432"/>
              <a:gd name="connsiteX2-77" fmla="*/ 9324528 w 9324528"/>
              <a:gd name="connsiteY2-78" fmla="*/ 0 h 1202432"/>
              <a:gd name="connsiteX3-79" fmla="*/ 9324528 w 9324528"/>
              <a:gd name="connsiteY3-80" fmla="*/ 601216 h 1202432"/>
              <a:gd name="connsiteX4-81" fmla="*/ 8723312 w 9324528"/>
              <a:gd name="connsiteY4-82" fmla="*/ 1202432 h 1202432"/>
              <a:gd name="connsiteX5-83" fmla="*/ 0 w 9324528"/>
              <a:gd name="connsiteY5-84" fmla="*/ 1202432 h 1202432"/>
              <a:gd name="connsiteX6-85" fmla="*/ 188685 w 9324528"/>
              <a:gd name="connsiteY6-86" fmla="*/ 1202432 h 1202432"/>
              <a:gd name="connsiteX7-87" fmla="*/ 188685 w 9324528"/>
              <a:gd name="connsiteY7-88" fmla="*/ 601216 h 1202432"/>
              <a:gd name="connsiteX8-89" fmla="*/ 586701 w 9324528"/>
              <a:gd name="connsiteY8-90" fmla="*/ 14514 h 1202432"/>
              <a:gd name="connsiteX0-91" fmla="*/ 586701 w 9324528"/>
              <a:gd name="connsiteY0-92" fmla="*/ 14514 h 1202432"/>
              <a:gd name="connsiteX1-93" fmla="*/ 9324528 w 9324528"/>
              <a:gd name="connsiteY1-94" fmla="*/ 0 h 1202432"/>
              <a:gd name="connsiteX2-95" fmla="*/ 9324528 w 9324528"/>
              <a:gd name="connsiteY2-96" fmla="*/ 0 h 1202432"/>
              <a:gd name="connsiteX3-97" fmla="*/ 9324528 w 9324528"/>
              <a:gd name="connsiteY3-98" fmla="*/ 601216 h 1202432"/>
              <a:gd name="connsiteX4-99" fmla="*/ 8723312 w 9324528"/>
              <a:gd name="connsiteY4-100" fmla="*/ 1202432 h 1202432"/>
              <a:gd name="connsiteX5-101" fmla="*/ 0 w 9324528"/>
              <a:gd name="connsiteY5-102" fmla="*/ 1202432 h 1202432"/>
              <a:gd name="connsiteX6-103" fmla="*/ 188685 w 9324528"/>
              <a:gd name="connsiteY6-104" fmla="*/ 1202432 h 1202432"/>
              <a:gd name="connsiteX7-105" fmla="*/ 188685 w 9324528"/>
              <a:gd name="connsiteY7-106" fmla="*/ 601216 h 1202432"/>
              <a:gd name="connsiteX8-107" fmla="*/ 586701 w 9324528"/>
              <a:gd name="connsiteY8-108" fmla="*/ 14514 h 1202432"/>
              <a:gd name="connsiteX0-109" fmla="*/ 586701 w 9324528"/>
              <a:gd name="connsiteY0-110" fmla="*/ 14514 h 1202432"/>
              <a:gd name="connsiteX1-111" fmla="*/ 9324528 w 9324528"/>
              <a:gd name="connsiteY1-112" fmla="*/ 0 h 1202432"/>
              <a:gd name="connsiteX2-113" fmla="*/ 9324528 w 9324528"/>
              <a:gd name="connsiteY2-114" fmla="*/ 0 h 1202432"/>
              <a:gd name="connsiteX3-115" fmla="*/ 9324528 w 9324528"/>
              <a:gd name="connsiteY3-116" fmla="*/ 601216 h 1202432"/>
              <a:gd name="connsiteX4-117" fmla="*/ 8723312 w 9324528"/>
              <a:gd name="connsiteY4-118" fmla="*/ 1202432 h 1202432"/>
              <a:gd name="connsiteX5-119" fmla="*/ 0 w 9324528"/>
              <a:gd name="connsiteY5-120" fmla="*/ 1202432 h 1202432"/>
              <a:gd name="connsiteX6-121" fmla="*/ 188685 w 9324528"/>
              <a:gd name="connsiteY6-122" fmla="*/ 1202432 h 1202432"/>
              <a:gd name="connsiteX7-123" fmla="*/ 188685 w 9324528"/>
              <a:gd name="connsiteY7-124" fmla="*/ 601216 h 1202432"/>
              <a:gd name="connsiteX8-125" fmla="*/ 586701 w 9324528"/>
              <a:gd name="connsiteY8-126" fmla="*/ 14514 h 1202432"/>
              <a:gd name="connsiteX0-127" fmla="*/ 240915 w 9341599"/>
              <a:gd name="connsiteY0-128" fmla="*/ 0 h 1202433"/>
              <a:gd name="connsiteX1-129" fmla="*/ 9341599 w 9341599"/>
              <a:gd name="connsiteY1-130" fmla="*/ 1 h 1202433"/>
              <a:gd name="connsiteX2-131" fmla="*/ 9341599 w 9341599"/>
              <a:gd name="connsiteY2-132" fmla="*/ 1 h 1202433"/>
              <a:gd name="connsiteX3-133" fmla="*/ 9341599 w 9341599"/>
              <a:gd name="connsiteY3-134" fmla="*/ 601217 h 1202433"/>
              <a:gd name="connsiteX4-135" fmla="*/ 8740383 w 9341599"/>
              <a:gd name="connsiteY4-136" fmla="*/ 1202433 h 1202433"/>
              <a:gd name="connsiteX5-137" fmla="*/ 17071 w 9341599"/>
              <a:gd name="connsiteY5-138" fmla="*/ 1202433 h 1202433"/>
              <a:gd name="connsiteX6-139" fmla="*/ 205756 w 9341599"/>
              <a:gd name="connsiteY6-140" fmla="*/ 1202433 h 1202433"/>
              <a:gd name="connsiteX7-141" fmla="*/ 205756 w 9341599"/>
              <a:gd name="connsiteY7-142" fmla="*/ 601217 h 1202433"/>
              <a:gd name="connsiteX8-143" fmla="*/ 240915 w 9341599"/>
              <a:gd name="connsiteY8-144" fmla="*/ 0 h 1202433"/>
              <a:gd name="connsiteX0-145" fmla="*/ 223844 w 9324528"/>
              <a:gd name="connsiteY0-146" fmla="*/ 0 h 1202433"/>
              <a:gd name="connsiteX1-147" fmla="*/ 9324528 w 9324528"/>
              <a:gd name="connsiteY1-148" fmla="*/ 1 h 1202433"/>
              <a:gd name="connsiteX2-149" fmla="*/ 9324528 w 9324528"/>
              <a:gd name="connsiteY2-150" fmla="*/ 1 h 1202433"/>
              <a:gd name="connsiteX3-151" fmla="*/ 9324528 w 9324528"/>
              <a:gd name="connsiteY3-152" fmla="*/ 601217 h 1202433"/>
              <a:gd name="connsiteX4-153" fmla="*/ 8723312 w 9324528"/>
              <a:gd name="connsiteY4-154" fmla="*/ 1202433 h 1202433"/>
              <a:gd name="connsiteX5-155" fmla="*/ 0 w 9324528"/>
              <a:gd name="connsiteY5-156" fmla="*/ 1202433 h 1202433"/>
              <a:gd name="connsiteX6-157" fmla="*/ 188685 w 9324528"/>
              <a:gd name="connsiteY6-158" fmla="*/ 1202433 h 1202433"/>
              <a:gd name="connsiteX7-159" fmla="*/ 188685 w 9324528"/>
              <a:gd name="connsiteY7-160" fmla="*/ 601217 h 1202433"/>
              <a:gd name="connsiteX8-161" fmla="*/ 223844 w 9324528"/>
              <a:gd name="connsiteY8-162" fmla="*/ 0 h 1202433"/>
              <a:gd name="connsiteX0-163" fmla="*/ 223844 w 9324528"/>
              <a:gd name="connsiteY0-164" fmla="*/ 0 h 1202433"/>
              <a:gd name="connsiteX1-165" fmla="*/ 9324528 w 9324528"/>
              <a:gd name="connsiteY1-166" fmla="*/ 1 h 1202433"/>
              <a:gd name="connsiteX2-167" fmla="*/ 9324528 w 9324528"/>
              <a:gd name="connsiteY2-168" fmla="*/ 1 h 1202433"/>
              <a:gd name="connsiteX3-169" fmla="*/ 9324528 w 9324528"/>
              <a:gd name="connsiteY3-170" fmla="*/ 601217 h 1202433"/>
              <a:gd name="connsiteX4-171" fmla="*/ 8723312 w 9324528"/>
              <a:gd name="connsiteY4-172" fmla="*/ 1202433 h 1202433"/>
              <a:gd name="connsiteX5-173" fmla="*/ 0 w 9324528"/>
              <a:gd name="connsiteY5-174" fmla="*/ 1202433 h 1202433"/>
              <a:gd name="connsiteX6-175" fmla="*/ 188685 w 9324528"/>
              <a:gd name="connsiteY6-176" fmla="*/ 1202433 h 1202433"/>
              <a:gd name="connsiteX7-177" fmla="*/ 188685 w 9324528"/>
              <a:gd name="connsiteY7-178" fmla="*/ 601217 h 1202433"/>
              <a:gd name="connsiteX8-179" fmla="*/ 223844 w 9324528"/>
              <a:gd name="connsiteY8-180" fmla="*/ 0 h 1202433"/>
              <a:gd name="connsiteX0-181" fmla="*/ 39039 w 9139723"/>
              <a:gd name="connsiteY0-182" fmla="*/ 0 h 1202433"/>
              <a:gd name="connsiteX1-183" fmla="*/ 9139723 w 9139723"/>
              <a:gd name="connsiteY1-184" fmla="*/ 1 h 1202433"/>
              <a:gd name="connsiteX2-185" fmla="*/ 9139723 w 9139723"/>
              <a:gd name="connsiteY2-186" fmla="*/ 1 h 1202433"/>
              <a:gd name="connsiteX3-187" fmla="*/ 9139723 w 9139723"/>
              <a:gd name="connsiteY3-188" fmla="*/ 601217 h 1202433"/>
              <a:gd name="connsiteX4-189" fmla="*/ 8538507 w 9139723"/>
              <a:gd name="connsiteY4-190" fmla="*/ 1202433 h 1202433"/>
              <a:gd name="connsiteX5-191" fmla="*/ 3898 w 9139723"/>
              <a:gd name="connsiteY5-192" fmla="*/ 1202433 h 1202433"/>
              <a:gd name="connsiteX6-193" fmla="*/ 3880 w 9139723"/>
              <a:gd name="connsiteY6-194" fmla="*/ 1202433 h 1202433"/>
              <a:gd name="connsiteX7-195" fmla="*/ 3880 w 9139723"/>
              <a:gd name="connsiteY7-196" fmla="*/ 601217 h 1202433"/>
              <a:gd name="connsiteX8-197" fmla="*/ 39039 w 9139723"/>
              <a:gd name="connsiteY8-198" fmla="*/ 0 h 1202433"/>
              <a:gd name="connsiteX0-199" fmla="*/ 23006 w 9167233"/>
              <a:gd name="connsiteY0-200" fmla="*/ 0 h 1216947"/>
              <a:gd name="connsiteX1-201" fmla="*/ 9167233 w 9167233"/>
              <a:gd name="connsiteY1-202" fmla="*/ 14515 h 1216947"/>
              <a:gd name="connsiteX2-203" fmla="*/ 9167233 w 9167233"/>
              <a:gd name="connsiteY2-204" fmla="*/ 14515 h 1216947"/>
              <a:gd name="connsiteX3-205" fmla="*/ 9167233 w 9167233"/>
              <a:gd name="connsiteY3-206" fmla="*/ 615731 h 1216947"/>
              <a:gd name="connsiteX4-207" fmla="*/ 8566017 w 9167233"/>
              <a:gd name="connsiteY4-208" fmla="*/ 1216947 h 1216947"/>
              <a:gd name="connsiteX5-209" fmla="*/ 31408 w 9167233"/>
              <a:gd name="connsiteY5-210" fmla="*/ 1216947 h 1216947"/>
              <a:gd name="connsiteX6-211" fmla="*/ 31390 w 9167233"/>
              <a:gd name="connsiteY6-212" fmla="*/ 1216947 h 1216947"/>
              <a:gd name="connsiteX7-213" fmla="*/ 31390 w 9167233"/>
              <a:gd name="connsiteY7-214" fmla="*/ 615731 h 1216947"/>
              <a:gd name="connsiteX8-215" fmla="*/ 23006 w 9167233"/>
              <a:gd name="connsiteY8-216" fmla="*/ 0 h 1216947"/>
              <a:gd name="connsiteX0-217" fmla="*/ 26705 w 9156415"/>
              <a:gd name="connsiteY0-218" fmla="*/ 0 h 1216947"/>
              <a:gd name="connsiteX1-219" fmla="*/ 9156415 w 9156415"/>
              <a:gd name="connsiteY1-220" fmla="*/ 14515 h 1216947"/>
              <a:gd name="connsiteX2-221" fmla="*/ 9156415 w 9156415"/>
              <a:gd name="connsiteY2-222" fmla="*/ 14515 h 1216947"/>
              <a:gd name="connsiteX3-223" fmla="*/ 9156415 w 9156415"/>
              <a:gd name="connsiteY3-224" fmla="*/ 615731 h 1216947"/>
              <a:gd name="connsiteX4-225" fmla="*/ 8555199 w 9156415"/>
              <a:gd name="connsiteY4-226" fmla="*/ 1216947 h 1216947"/>
              <a:gd name="connsiteX5-227" fmla="*/ 20590 w 9156415"/>
              <a:gd name="connsiteY5-228" fmla="*/ 1216947 h 1216947"/>
              <a:gd name="connsiteX6-229" fmla="*/ 20572 w 9156415"/>
              <a:gd name="connsiteY6-230" fmla="*/ 1216947 h 1216947"/>
              <a:gd name="connsiteX7-231" fmla="*/ 20572 w 9156415"/>
              <a:gd name="connsiteY7-232" fmla="*/ 615731 h 1216947"/>
              <a:gd name="connsiteX8-233" fmla="*/ 26705 w 9156415"/>
              <a:gd name="connsiteY8-234" fmla="*/ 0 h 12169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156415" h="1216947">
                <a:moveTo>
                  <a:pt x="26705" y="0"/>
                </a:moveTo>
                <a:lnTo>
                  <a:pt x="9156415" y="14515"/>
                </a:lnTo>
                <a:lnTo>
                  <a:pt x="9156415" y="14515"/>
                </a:lnTo>
                <a:lnTo>
                  <a:pt x="9156415" y="615731"/>
                </a:lnTo>
                <a:cubicBezTo>
                  <a:pt x="9156415" y="947773"/>
                  <a:pt x="8887241" y="1216947"/>
                  <a:pt x="8555199" y="1216947"/>
                </a:cubicBezTo>
                <a:lnTo>
                  <a:pt x="20590" y="1216947"/>
                </a:lnTo>
                <a:lnTo>
                  <a:pt x="20572" y="1216947"/>
                </a:lnTo>
                <a:lnTo>
                  <a:pt x="20572" y="615731"/>
                </a:lnTo>
                <a:cubicBezTo>
                  <a:pt x="20572" y="283689"/>
                  <a:pt x="-29566" y="14513"/>
                  <a:pt x="26705" y="0"/>
                </a:cubicBezTo>
                <a:close/>
              </a:path>
            </a:pathLst>
          </a:custGeom>
          <a:gradFill flip="none" rotWithShape="1">
            <a:gsLst>
              <a:gs pos="1667">
                <a:srgbClr val="00030A"/>
              </a:gs>
              <a:gs pos="37000">
                <a:schemeClr val="accent5">
                  <a:lumMod val="75000"/>
                </a:schemeClr>
              </a:gs>
              <a:gs pos="83336">
                <a:srgbClr val="17375E"/>
              </a:gs>
              <a:gs pos="88744">
                <a:schemeClr val="tx2">
                  <a:lumMod val="75000"/>
                </a:schemeClr>
              </a:gs>
              <a:gs pos="79155">
                <a:schemeClr val="tx2">
                  <a:lumMod val="75000"/>
                </a:schemeClr>
              </a:gs>
              <a:gs pos="84000">
                <a:srgbClr val="143C52"/>
              </a:gs>
              <a:gs pos="12920">
                <a:srgbClr val="1B4267"/>
              </a:gs>
              <a:gs pos="9000">
                <a:schemeClr val="tx2">
                  <a:lumMod val="75000"/>
                </a:schemeClr>
              </a:gs>
              <a:gs pos="100000">
                <a:srgbClr val="000A1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3087" name="图片 5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" y="5976938"/>
            <a:ext cx="1247775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229600" y="5867400"/>
            <a:ext cx="669925" cy="666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9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1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13AE868-3722-41D6-BC2D-BE9F3CC60F89}" type="datetimeFigureOut">
              <a:rPr lang="zh-CN" altLang="en-US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C0F4897-CA11-4FC6-B6A6-3AC385499A5B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对角圆角矩形 5"/>
          <p:cNvSpPr/>
          <p:nvPr userDrawn="1"/>
        </p:nvSpPr>
        <p:spPr>
          <a:xfrm>
            <a:off x="0" y="6371321"/>
            <a:ext cx="9144000" cy="486679"/>
          </a:xfrm>
          <a:custGeom>
            <a:avLst/>
            <a:gdLst>
              <a:gd name="connsiteX0" fmla="*/ 457200 w 9139922"/>
              <a:gd name="connsiteY0" fmla="*/ 0 h 914400"/>
              <a:gd name="connsiteX1" fmla="*/ 9139922 w 9139922"/>
              <a:gd name="connsiteY1" fmla="*/ 0 h 914400"/>
              <a:gd name="connsiteX2" fmla="*/ 9139922 w 9139922"/>
              <a:gd name="connsiteY2" fmla="*/ 0 h 914400"/>
              <a:gd name="connsiteX3" fmla="*/ 9139922 w 9139922"/>
              <a:gd name="connsiteY3" fmla="*/ 457200 h 914400"/>
              <a:gd name="connsiteX4" fmla="*/ 8682722 w 9139922"/>
              <a:gd name="connsiteY4" fmla="*/ 914400 h 914400"/>
              <a:gd name="connsiteX5" fmla="*/ 0 w 9139922"/>
              <a:gd name="connsiteY5" fmla="*/ 914400 h 914400"/>
              <a:gd name="connsiteX6" fmla="*/ 0 w 9139922"/>
              <a:gd name="connsiteY6" fmla="*/ 914400 h 914400"/>
              <a:gd name="connsiteX7" fmla="*/ 0 w 9139922"/>
              <a:gd name="connsiteY7" fmla="*/ 457200 h 914400"/>
              <a:gd name="connsiteX8" fmla="*/ 457200 w 9139922"/>
              <a:gd name="connsiteY8" fmla="*/ 0 h 914400"/>
              <a:gd name="connsiteX0-1" fmla="*/ 457200 w 9168951"/>
              <a:gd name="connsiteY0-2" fmla="*/ 0 h 933978"/>
              <a:gd name="connsiteX1-3" fmla="*/ 9139922 w 9168951"/>
              <a:gd name="connsiteY1-4" fmla="*/ 0 h 933978"/>
              <a:gd name="connsiteX2-5" fmla="*/ 9139922 w 9168951"/>
              <a:gd name="connsiteY2-6" fmla="*/ 0 h 933978"/>
              <a:gd name="connsiteX3-7" fmla="*/ 9168951 w 9168951"/>
              <a:gd name="connsiteY3-8" fmla="*/ 762000 h 933978"/>
              <a:gd name="connsiteX4-9" fmla="*/ 8682722 w 9168951"/>
              <a:gd name="connsiteY4-10" fmla="*/ 914400 h 933978"/>
              <a:gd name="connsiteX5-11" fmla="*/ 0 w 9168951"/>
              <a:gd name="connsiteY5-12" fmla="*/ 914400 h 933978"/>
              <a:gd name="connsiteX6-13" fmla="*/ 0 w 9168951"/>
              <a:gd name="connsiteY6-14" fmla="*/ 914400 h 933978"/>
              <a:gd name="connsiteX7-15" fmla="*/ 0 w 9168951"/>
              <a:gd name="connsiteY7-16" fmla="*/ 457200 h 933978"/>
              <a:gd name="connsiteX8-17" fmla="*/ 457200 w 9168951"/>
              <a:gd name="connsiteY8-18" fmla="*/ 0 h 933978"/>
              <a:gd name="connsiteX0-19" fmla="*/ 457200 w 9168951"/>
              <a:gd name="connsiteY0-20" fmla="*/ 0 h 918232"/>
              <a:gd name="connsiteX1-21" fmla="*/ 9139922 w 9168951"/>
              <a:gd name="connsiteY1-22" fmla="*/ 0 h 918232"/>
              <a:gd name="connsiteX2-23" fmla="*/ 9139922 w 9168951"/>
              <a:gd name="connsiteY2-24" fmla="*/ 0 h 918232"/>
              <a:gd name="connsiteX3-25" fmla="*/ 9168951 w 9168951"/>
              <a:gd name="connsiteY3-26" fmla="*/ 762000 h 918232"/>
              <a:gd name="connsiteX4-27" fmla="*/ 8682722 w 9168951"/>
              <a:gd name="connsiteY4-28" fmla="*/ 914400 h 918232"/>
              <a:gd name="connsiteX5-29" fmla="*/ 0 w 9168951"/>
              <a:gd name="connsiteY5-30" fmla="*/ 914400 h 918232"/>
              <a:gd name="connsiteX6-31" fmla="*/ 0 w 9168951"/>
              <a:gd name="connsiteY6-32" fmla="*/ 914400 h 918232"/>
              <a:gd name="connsiteX7-33" fmla="*/ 0 w 9168951"/>
              <a:gd name="connsiteY7-34" fmla="*/ 457200 h 918232"/>
              <a:gd name="connsiteX8-35" fmla="*/ 457200 w 9168951"/>
              <a:gd name="connsiteY8-36" fmla="*/ 0 h 918232"/>
              <a:gd name="connsiteX0-37" fmla="*/ 457200 w 9168951"/>
              <a:gd name="connsiteY0-38" fmla="*/ 0 h 918232"/>
              <a:gd name="connsiteX1-39" fmla="*/ 9139922 w 9168951"/>
              <a:gd name="connsiteY1-40" fmla="*/ 0 h 918232"/>
              <a:gd name="connsiteX2-41" fmla="*/ 9139922 w 9168951"/>
              <a:gd name="connsiteY2-42" fmla="*/ 0 h 918232"/>
              <a:gd name="connsiteX3-43" fmla="*/ 9168951 w 9168951"/>
              <a:gd name="connsiteY3-44" fmla="*/ 762000 h 918232"/>
              <a:gd name="connsiteX4-45" fmla="*/ 8682722 w 9168951"/>
              <a:gd name="connsiteY4-46" fmla="*/ 914400 h 918232"/>
              <a:gd name="connsiteX5-47" fmla="*/ 0 w 9168951"/>
              <a:gd name="connsiteY5-48" fmla="*/ 914400 h 918232"/>
              <a:gd name="connsiteX6-49" fmla="*/ 0 w 9168951"/>
              <a:gd name="connsiteY6-50" fmla="*/ 914400 h 918232"/>
              <a:gd name="connsiteX7-51" fmla="*/ 0 w 9168951"/>
              <a:gd name="connsiteY7-52" fmla="*/ 457200 h 918232"/>
              <a:gd name="connsiteX8-53" fmla="*/ 457200 w 9168951"/>
              <a:gd name="connsiteY8-54" fmla="*/ 0 h 918232"/>
              <a:gd name="connsiteX0-55" fmla="*/ 457200 w 9168951"/>
              <a:gd name="connsiteY0-56" fmla="*/ 0 h 918232"/>
              <a:gd name="connsiteX1-57" fmla="*/ 9139922 w 9168951"/>
              <a:gd name="connsiteY1-58" fmla="*/ 0 h 918232"/>
              <a:gd name="connsiteX2-59" fmla="*/ 9139922 w 9168951"/>
              <a:gd name="connsiteY2-60" fmla="*/ 0 h 918232"/>
              <a:gd name="connsiteX3-61" fmla="*/ 9168951 w 9168951"/>
              <a:gd name="connsiteY3-62" fmla="*/ 762000 h 918232"/>
              <a:gd name="connsiteX4-63" fmla="*/ 8682722 w 9168951"/>
              <a:gd name="connsiteY4-64" fmla="*/ 914400 h 918232"/>
              <a:gd name="connsiteX5-65" fmla="*/ 0 w 9168951"/>
              <a:gd name="connsiteY5-66" fmla="*/ 914400 h 918232"/>
              <a:gd name="connsiteX6-67" fmla="*/ 0 w 9168951"/>
              <a:gd name="connsiteY6-68" fmla="*/ 914400 h 918232"/>
              <a:gd name="connsiteX7-69" fmla="*/ 0 w 9168951"/>
              <a:gd name="connsiteY7-70" fmla="*/ 457200 h 918232"/>
              <a:gd name="connsiteX8-71" fmla="*/ 457200 w 9168951"/>
              <a:gd name="connsiteY8-72" fmla="*/ 0 h 918232"/>
              <a:gd name="connsiteX0-73" fmla="*/ 457200 w 9154436"/>
              <a:gd name="connsiteY0-74" fmla="*/ 0 h 956427"/>
              <a:gd name="connsiteX1-75" fmla="*/ 9139922 w 9154436"/>
              <a:gd name="connsiteY1-76" fmla="*/ 0 h 956427"/>
              <a:gd name="connsiteX2-77" fmla="*/ 9139922 w 9154436"/>
              <a:gd name="connsiteY2-78" fmla="*/ 0 h 956427"/>
              <a:gd name="connsiteX3-79" fmla="*/ 9154436 w 9154436"/>
              <a:gd name="connsiteY3-80" fmla="*/ 849086 h 956427"/>
              <a:gd name="connsiteX4-81" fmla="*/ 8682722 w 9154436"/>
              <a:gd name="connsiteY4-82" fmla="*/ 914400 h 956427"/>
              <a:gd name="connsiteX5-83" fmla="*/ 0 w 9154436"/>
              <a:gd name="connsiteY5-84" fmla="*/ 914400 h 956427"/>
              <a:gd name="connsiteX6-85" fmla="*/ 0 w 9154436"/>
              <a:gd name="connsiteY6-86" fmla="*/ 914400 h 956427"/>
              <a:gd name="connsiteX7-87" fmla="*/ 0 w 9154436"/>
              <a:gd name="connsiteY7-88" fmla="*/ 457200 h 956427"/>
              <a:gd name="connsiteX8-89" fmla="*/ 457200 w 9154436"/>
              <a:gd name="connsiteY8-90" fmla="*/ 0 h 956427"/>
              <a:gd name="connsiteX0-91" fmla="*/ 457200 w 9154436"/>
              <a:gd name="connsiteY0-92" fmla="*/ 0 h 956427"/>
              <a:gd name="connsiteX1-93" fmla="*/ 9139922 w 9154436"/>
              <a:gd name="connsiteY1-94" fmla="*/ 0 h 956427"/>
              <a:gd name="connsiteX2-95" fmla="*/ 9139922 w 9154436"/>
              <a:gd name="connsiteY2-96" fmla="*/ 0 h 956427"/>
              <a:gd name="connsiteX3-97" fmla="*/ 9154436 w 9154436"/>
              <a:gd name="connsiteY3-98" fmla="*/ 849086 h 956427"/>
              <a:gd name="connsiteX4-99" fmla="*/ 8682722 w 9154436"/>
              <a:gd name="connsiteY4-100" fmla="*/ 914400 h 956427"/>
              <a:gd name="connsiteX5-101" fmla="*/ 0 w 9154436"/>
              <a:gd name="connsiteY5-102" fmla="*/ 914400 h 956427"/>
              <a:gd name="connsiteX6-103" fmla="*/ 0 w 9154436"/>
              <a:gd name="connsiteY6-104" fmla="*/ 914400 h 956427"/>
              <a:gd name="connsiteX7-105" fmla="*/ 0 w 9154436"/>
              <a:gd name="connsiteY7-106" fmla="*/ 457200 h 956427"/>
              <a:gd name="connsiteX8-107" fmla="*/ 457200 w 9154436"/>
              <a:gd name="connsiteY8-108" fmla="*/ 0 h 956427"/>
              <a:gd name="connsiteX0-109" fmla="*/ 457200 w 9154436"/>
              <a:gd name="connsiteY0-110" fmla="*/ 0 h 950377"/>
              <a:gd name="connsiteX1-111" fmla="*/ 9139922 w 9154436"/>
              <a:gd name="connsiteY1-112" fmla="*/ 0 h 950377"/>
              <a:gd name="connsiteX2-113" fmla="*/ 9139922 w 9154436"/>
              <a:gd name="connsiteY2-114" fmla="*/ 0 h 950377"/>
              <a:gd name="connsiteX3-115" fmla="*/ 9154436 w 9154436"/>
              <a:gd name="connsiteY3-116" fmla="*/ 849086 h 950377"/>
              <a:gd name="connsiteX4-117" fmla="*/ 8682722 w 9154436"/>
              <a:gd name="connsiteY4-118" fmla="*/ 914400 h 950377"/>
              <a:gd name="connsiteX5-119" fmla="*/ 0 w 9154436"/>
              <a:gd name="connsiteY5-120" fmla="*/ 914400 h 950377"/>
              <a:gd name="connsiteX6-121" fmla="*/ 0 w 9154436"/>
              <a:gd name="connsiteY6-122" fmla="*/ 914400 h 950377"/>
              <a:gd name="connsiteX7-123" fmla="*/ 0 w 9154436"/>
              <a:gd name="connsiteY7-124" fmla="*/ 457200 h 950377"/>
              <a:gd name="connsiteX8-125" fmla="*/ 457200 w 9154436"/>
              <a:gd name="connsiteY8-126" fmla="*/ 0 h 950377"/>
              <a:gd name="connsiteX0-127" fmla="*/ 457200 w 9154436"/>
              <a:gd name="connsiteY0-128" fmla="*/ 0 h 915210"/>
              <a:gd name="connsiteX1-129" fmla="*/ 9139922 w 9154436"/>
              <a:gd name="connsiteY1-130" fmla="*/ 0 h 915210"/>
              <a:gd name="connsiteX2-131" fmla="*/ 9139922 w 9154436"/>
              <a:gd name="connsiteY2-132" fmla="*/ 0 h 915210"/>
              <a:gd name="connsiteX3-133" fmla="*/ 9154436 w 9154436"/>
              <a:gd name="connsiteY3-134" fmla="*/ 849086 h 915210"/>
              <a:gd name="connsiteX4-135" fmla="*/ 8682722 w 9154436"/>
              <a:gd name="connsiteY4-136" fmla="*/ 914400 h 915210"/>
              <a:gd name="connsiteX5-137" fmla="*/ 0 w 9154436"/>
              <a:gd name="connsiteY5-138" fmla="*/ 914400 h 915210"/>
              <a:gd name="connsiteX6-139" fmla="*/ 0 w 9154436"/>
              <a:gd name="connsiteY6-140" fmla="*/ 914400 h 915210"/>
              <a:gd name="connsiteX7-141" fmla="*/ 0 w 9154436"/>
              <a:gd name="connsiteY7-142" fmla="*/ 457200 h 915210"/>
              <a:gd name="connsiteX8-143" fmla="*/ 457200 w 9154436"/>
              <a:gd name="connsiteY8-144" fmla="*/ 0 h 915210"/>
              <a:gd name="connsiteX0-145" fmla="*/ 457200 w 9154436"/>
              <a:gd name="connsiteY0-146" fmla="*/ 0 h 914400"/>
              <a:gd name="connsiteX1-147" fmla="*/ 9139922 w 9154436"/>
              <a:gd name="connsiteY1-148" fmla="*/ 0 h 914400"/>
              <a:gd name="connsiteX2-149" fmla="*/ 9139922 w 9154436"/>
              <a:gd name="connsiteY2-150" fmla="*/ 0 h 914400"/>
              <a:gd name="connsiteX3-151" fmla="*/ 9154436 w 9154436"/>
              <a:gd name="connsiteY3-152" fmla="*/ 849086 h 914400"/>
              <a:gd name="connsiteX4-153" fmla="*/ 8682722 w 9154436"/>
              <a:gd name="connsiteY4-154" fmla="*/ 914400 h 914400"/>
              <a:gd name="connsiteX5-155" fmla="*/ 0 w 9154436"/>
              <a:gd name="connsiteY5-156" fmla="*/ 914400 h 914400"/>
              <a:gd name="connsiteX6-157" fmla="*/ 0 w 9154436"/>
              <a:gd name="connsiteY6-158" fmla="*/ 914400 h 914400"/>
              <a:gd name="connsiteX7-159" fmla="*/ 0 w 9154436"/>
              <a:gd name="connsiteY7-160" fmla="*/ 457200 h 914400"/>
              <a:gd name="connsiteX8-161" fmla="*/ 457200 w 9154436"/>
              <a:gd name="connsiteY8-162" fmla="*/ 0 h 914400"/>
              <a:gd name="connsiteX0-163" fmla="*/ 457200 w 9154436"/>
              <a:gd name="connsiteY0-164" fmla="*/ 0 h 914400"/>
              <a:gd name="connsiteX1-165" fmla="*/ 9139922 w 9154436"/>
              <a:gd name="connsiteY1-166" fmla="*/ 0 h 914400"/>
              <a:gd name="connsiteX2-167" fmla="*/ 9139922 w 9154436"/>
              <a:gd name="connsiteY2-168" fmla="*/ 0 h 914400"/>
              <a:gd name="connsiteX3-169" fmla="*/ 9154436 w 9154436"/>
              <a:gd name="connsiteY3-170" fmla="*/ 849086 h 914400"/>
              <a:gd name="connsiteX4-171" fmla="*/ 8682722 w 9154436"/>
              <a:gd name="connsiteY4-172" fmla="*/ 914400 h 914400"/>
              <a:gd name="connsiteX5-173" fmla="*/ 0 w 9154436"/>
              <a:gd name="connsiteY5-174" fmla="*/ 914400 h 914400"/>
              <a:gd name="connsiteX6-175" fmla="*/ 0 w 9154436"/>
              <a:gd name="connsiteY6-176" fmla="*/ 914400 h 914400"/>
              <a:gd name="connsiteX7-177" fmla="*/ 0 w 9154436"/>
              <a:gd name="connsiteY7-178" fmla="*/ 457200 h 914400"/>
              <a:gd name="connsiteX8-179" fmla="*/ 457200 w 9154436"/>
              <a:gd name="connsiteY8-180" fmla="*/ 0 h 914400"/>
              <a:gd name="connsiteX0-181" fmla="*/ 457200 w 9139922"/>
              <a:gd name="connsiteY0-182" fmla="*/ 0 h 916785"/>
              <a:gd name="connsiteX1-183" fmla="*/ 9139922 w 9139922"/>
              <a:gd name="connsiteY1-184" fmla="*/ 0 h 916785"/>
              <a:gd name="connsiteX2-185" fmla="*/ 9139922 w 9139922"/>
              <a:gd name="connsiteY2-186" fmla="*/ 0 h 916785"/>
              <a:gd name="connsiteX3-187" fmla="*/ 9139922 w 9139922"/>
              <a:gd name="connsiteY3-188" fmla="*/ 892629 h 916785"/>
              <a:gd name="connsiteX4-189" fmla="*/ 8682722 w 9139922"/>
              <a:gd name="connsiteY4-190" fmla="*/ 914400 h 916785"/>
              <a:gd name="connsiteX5-191" fmla="*/ 0 w 9139922"/>
              <a:gd name="connsiteY5-192" fmla="*/ 914400 h 916785"/>
              <a:gd name="connsiteX6-193" fmla="*/ 0 w 9139922"/>
              <a:gd name="connsiteY6-194" fmla="*/ 914400 h 916785"/>
              <a:gd name="connsiteX7-195" fmla="*/ 0 w 9139922"/>
              <a:gd name="connsiteY7-196" fmla="*/ 457200 h 916785"/>
              <a:gd name="connsiteX8-197" fmla="*/ 457200 w 9139922"/>
              <a:gd name="connsiteY8-198" fmla="*/ 0 h 916785"/>
              <a:gd name="connsiteX0-199" fmla="*/ 457200 w 9139922"/>
              <a:gd name="connsiteY0-200" fmla="*/ 0 h 916785"/>
              <a:gd name="connsiteX1-201" fmla="*/ 9139922 w 9139922"/>
              <a:gd name="connsiteY1-202" fmla="*/ 0 h 916785"/>
              <a:gd name="connsiteX2-203" fmla="*/ 9139922 w 9139922"/>
              <a:gd name="connsiteY2-204" fmla="*/ 0 h 916785"/>
              <a:gd name="connsiteX3-205" fmla="*/ 9139922 w 9139922"/>
              <a:gd name="connsiteY3-206" fmla="*/ 892629 h 916785"/>
              <a:gd name="connsiteX4-207" fmla="*/ 8682722 w 9139922"/>
              <a:gd name="connsiteY4-208" fmla="*/ 914400 h 916785"/>
              <a:gd name="connsiteX5-209" fmla="*/ 0 w 9139922"/>
              <a:gd name="connsiteY5-210" fmla="*/ 914400 h 916785"/>
              <a:gd name="connsiteX6-211" fmla="*/ 0 w 9139922"/>
              <a:gd name="connsiteY6-212" fmla="*/ 914400 h 916785"/>
              <a:gd name="connsiteX7-213" fmla="*/ 0 w 9139922"/>
              <a:gd name="connsiteY7-214" fmla="*/ 457200 h 916785"/>
              <a:gd name="connsiteX8-215" fmla="*/ 457200 w 9139922"/>
              <a:gd name="connsiteY8-216" fmla="*/ 0 h 9167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139922" h="916785">
                <a:moveTo>
                  <a:pt x="457200" y="0"/>
                </a:moveTo>
                <a:lnTo>
                  <a:pt x="9139922" y="0"/>
                </a:lnTo>
                <a:lnTo>
                  <a:pt x="9139922" y="0"/>
                </a:lnTo>
                <a:cubicBezTo>
                  <a:pt x="9139922" y="152400"/>
                  <a:pt x="9139924" y="943429"/>
                  <a:pt x="9139922" y="892629"/>
                </a:cubicBezTo>
                <a:cubicBezTo>
                  <a:pt x="9096380" y="927420"/>
                  <a:pt x="8935227" y="914400"/>
                  <a:pt x="8682722" y="914400"/>
                </a:cubicBezTo>
                <a:lnTo>
                  <a:pt x="0" y="914400"/>
                </a:lnTo>
                <a:lnTo>
                  <a:pt x="0" y="914400"/>
                </a:lnTo>
                <a:lnTo>
                  <a:pt x="0" y="457200"/>
                </a:lnTo>
                <a:cubicBezTo>
                  <a:pt x="0" y="204695"/>
                  <a:pt x="204695" y="0"/>
                  <a:pt x="457200" y="0"/>
                </a:cubicBezTo>
                <a:close/>
              </a:path>
            </a:pathLst>
          </a:custGeom>
          <a:gradFill flip="none" rotWithShape="1">
            <a:gsLst>
              <a:gs pos="22000">
                <a:schemeClr val="accent5">
                  <a:lumMod val="75000"/>
                </a:schemeClr>
              </a:gs>
              <a:gs pos="8000">
                <a:srgbClr val="00030A"/>
              </a:gs>
              <a:gs pos="100000">
                <a:srgbClr val="000A1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标题 1"/>
          <p:cNvSpPr txBox="1">
            <a:spLocks noChangeArrowheads="1"/>
          </p:cNvSpPr>
          <p:nvPr userDrawn="1"/>
        </p:nvSpPr>
        <p:spPr>
          <a:xfrm>
            <a:off x="7061200" y="6303963"/>
            <a:ext cx="2085975" cy="512762"/>
          </a:xfrm>
          <a:prstGeom prst="rect">
            <a:avLst/>
          </a:prstGeom>
        </p:spPr>
        <p:txBody>
          <a:bodyPr lIns="0" tIns="0" rIns="0" bIns="0"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zh-CN" altLang="en-US" sz="1800" b="1" dirty="0">
                <a:solidFill>
                  <a:prstClr val="white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Calibri" panose="020F0502020204030204" pitchFamily="34" charset="0"/>
              </a:rPr>
              <a:t>计信学院</a:t>
            </a:r>
          </a:p>
        </p:txBody>
      </p:sp>
      <p:sp>
        <p:nvSpPr>
          <p:cNvPr id="9" name="对角圆角矩形 1"/>
          <p:cNvSpPr/>
          <p:nvPr userDrawn="1"/>
        </p:nvSpPr>
        <p:spPr>
          <a:xfrm>
            <a:off x="-12430" y="-14516"/>
            <a:ext cx="9155573" cy="779220"/>
          </a:xfrm>
          <a:custGeom>
            <a:avLst/>
            <a:gdLst>
              <a:gd name="connsiteX0" fmla="*/ 601216 w 9324528"/>
              <a:gd name="connsiteY0" fmla="*/ 0 h 1202432"/>
              <a:gd name="connsiteX1" fmla="*/ 9324528 w 9324528"/>
              <a:gd name="connsiteY1" fmla="*/ 0 h 1202432"/>
              <a:gd name="connsiteX2" fmla="*/ 9324528 w 9324528"/>
              <a:gd name="connsiteY2" fmla="*/ 0 h 1202432"/>
              <a:gd name="connsiteX3" fmla="*/ 9324528 w 9324528"/>
              <a:gd name="connsiteY3" fmla="*/ 601216 h 1202432"/>
              <a:gd name="connsiteX4" fmla="*/ 8723312 w 9324528"/>
              <a:gd name="connsiteY4" fmla="*/ 1202432 h 1202432"/>
              <a:gd name="connsiteX5" fmla="*/ 0 w 9324528"/>
              <a:gd name="connsiteY5" fmla="*/ 1202432 h 1202432"/>
              <a:gd name="connsiteX6" fmla="*/ 0 w 9324528"/>
              <a:gd name="connsiteY6" fmla="*/ 1202432 h 1202432"/>
              <a:gd name="connsiteX7" fmla="*/ 0 w 9324528"/>
              <a:gd name="connsiteY7" fmla="*/ 601216 h 1202432"/>
              <a:gd name="connsiteX8" fmla="*/ 601216 w 9324528"/>
              <a:gd name="connsiteY8" fmla="*/ 0 h 1202432"/>
              <a:gd name="connsiteX0-1" fmla="*/ 601216 w 9324528"/>
              <a:gd name="connsiteY0-2" fmla="*/ 0 h 1202432"/>
              <a:gd name="connsiteX1-3" fmla="*/ 9324528 w 9324528"/>
              <a:gd name="connsiteY1-4" fmla="*/ 0 h 1202432"/>
              <a:gd name="connsiteX2-5" fmla="*/ 9324528 w 9324528"/>
              <a:gd name="connsiteY2-6" fmla="*/ 0 h 1202432"/>
              <a:gd name="connsiteX3-7" fmla="*/ 9324528 w 9324528"/>
              <a:gd name="connsiteY3-8" fmla="*/ 601216 h 1202432"/>
              <a:gd name="connsiteX4-9" fmla="*/ 8723312 w 9324528"/>
              <a:gd name="connsiteY4-10" fmla="*/ 1202432 h 1202432"/>
              <a:gd name="connsiteX5-11" fmla="*/ 0 w 9324528"/>
              <a:gd name="connsiteY5-12" fmla="*/ 1202432 h 1202432"/>
              <a:gd name="connsiteX6-13" fmla="*/ 0 w 9324528"/>
              <a:gd name="connsiteY6-14" fmla="*/ 1202432 h 1202432"/>
              <a:gd name="connsiteX7-15" fmla="*/ 0 w 9324528"/>
              <a:gd name="connsiteY7-16" fmla="*/ 601216 h 1202432"/>
              <a:gd name="connsiteX8-17" fmla="*/ 601216 w 9324528"/>
              <a:gd name="connsiteY8-18" fmla="*/ 0 h 1202432"/>
              <a:gd name="connsiteX0-19" fmla="*/ 601216 w 9324528"/>
              <a:gd name="connsiteY0-20" fmla="*/ 0 h 1202432"/>
              <a:gd name="connsiteX1-21" fmla="*/ 9324528 w 9324528"/>
              <a:gd name="connsiteY1-22" fmla="*/ 0 h 1202432"/>
              <a:gd name="connsiteX2-23" fmla="*/ 9324528 w 9324528"/>
              <a:gd name="connsiteY2-24" fmla="*/ 0 h 1202432"/>
              <a:gd name="connsiteX3-25" fmla="*/ 9324528 w 9324528"/>
              <a:gd name="connsiteY3-26" fmla="*/ 601216 h 1202432"/>
              <a:gd name="connsiteX4-27" fmla="*/ 8723312 w 9324528"/>
              <a:gd name="connsiteY4-28" fmla="*/ 1202432 h 1202432"/>
              <a:gd name="connsiteX5-29" fmla="*/ 0 w 9324528"/>
              <a:gd name="connsiteY5-30" fmla="*/ 1202432 h 1202432"/>
              <a:gd name="connsiteX6-31" fmla="*/ 130628 w 9324528"/>
              <a:gd name="connsiteY6-32" fmla="*/ 1202432 h 1202432"/>
              <a:gd name="connsiteX7-33" fmla="*/ 0 w 9324528"/>
              <a:gd name="connsiteY7-34" fmla="*/ 601216 h 1202432"/>
              <a:gd name="connsiteX8-35" fmla="*/ 601216 w 9324528"/>
              <a:gd name="connsiteY8-36" fmla="*/ 0 h 1202432"/>
              <a:gd name="connsiteX0-37" fmla="*/ 601216 w 9324528"/>
              <a:gd name="connsiteY0-38" fmla="*/ 0 h 1202432"/>
              <a:gd name="connsiteX1-39" fmla="*/ 9324528 w 9324528"/>
              <a:gd name="connsiteY1-40" fmla="*/ 0 h 1202432"/>
              <a:gd name="connsiteX2-41" fmla="*/ 9324528 w 9324528"/>
              <a:gd name="connsiteY2-42" fmla="*/ 0 h 1202432"/>
              <a:gd name="connsiteX3-43" fmla="*/ 9324528 w 9324528"/>
              <a:gd name="connsiteY3-44" fmla="*/ 601216 h 1202432"/>
              <a:gd name="connsiteX4-45" fmla="*/ 8723312 w 9324528"/>
              <a:gd name="connsiteY4-46" fmla="*/ 1202432 h 1202432"/>
              <a:gd name="connsiteX5-47" fmla="*/ 0 w 9324528"/>
              <a:gd name="connsiteY5-48" fmla="*/ 1202432 h 1202432"/>
              <a:gd name="connsiteX6-49" fmla="*/ 130628 w 9324528"/>
              <a:gd name="connsiteY6-50" fmla="*/ 1202432 h 1202432"/>
              <a:gd name="connsiteX7-51" fmla="*/ 188685 w 9324528"/>
              <a:gd name="connsiteY7-52" fmla="*/ 601216 h 1202432"/>
              <a:gd name="connsiteX8-53" fmla="*/ 601216 w 9324528"/>
              <a:gd name="connsiteY8-54" fmla="*/ 0 h 1202432"/>
              <a:gd name="connsiteX0-55" fmla="*/ 601216 w 9324528"/>
              <a:gd name="connsiteY0-56" fmla="*/ 0 h 1202432"/>
              <a:gd name="connsiteX1-57" fmla="*/ 9324528 w 9324528"/>
              <a:gd name="connsiteY1-58" fmla="*/ 0 h 1202432"/>
              <a:gd name="connsiteX2-59" fmla="*/ 9324528 w 9324528"/>
              <a:gd name="connsiteY2-60" fmla="*/ 0 h 1202432"/>
              <a:gd name="connsiteX3-61" fmla="*/ 9324528 w 9324528"/>
              <a:gd name="connsiteY3-62" fmla="*/ 601216 h 1202432"/>
              <a:gd name="connsiteX4-63" fmla="*/ 8723312 w 9324528"/>
              <a:gd name="connsiteY4-64" fmla="*/ 1202432 h 1202432"/>
              <a:gd name="connsiteX5-65" fmla="*/ 0 w 9324528"/>
              <a:gd name="connsiteY5-66" fmla="*/ 1202432 h 1202432"/>
              <a:gd name="connsiteX6-67" fmla="*/ 188685 w 9324528"/>
              <a:gd name="connsiteY6-68" fmla="*/ 1202432 h 1202432"/>
              <a:gd name="connsiteX7-69" fmla="*/ 188685 w 9324528"/>
              <a:gd name="connsiteY7-70" fmla="*/ 601216 h 1202432"/>
              <a:gd name="connsiteX8-71" fmla="*/ 601216 w 9324528"/>
              <a:gd name="connsiteY8-72" fmla="*/ 0 h 1202432"/>
              <a:gd name="connsiteX0-73" fmla="*/ 586701 w 9324528"/>
              <a:gd name="connsiteY0-74" fmla="*/ 14514 h 1202432"/>
              <a:gd name="connsiteX1-75" fmla="*/ 9324528 w 9324528"/>
              <a:gd name="connsiteY1-76" fmla="*/ 0 h 1202432"/>
              <a:gd name="connsiteX2-77" fmla="*/ 9324528 w 9324528"/>
              <a:gd name="connsiteY2-78" fmla="*/ 0 h 1202432"/>
              <a:gd name="connsiteX3-79" fmla="*/ 9324528 w 9324528"/>
              <a:gd name="connsiteY3-80" fmla="*/ 601216 h 1202432"/>
              <a:gd name="connsiteX4-81" fmla="*/ 8723312 w 9324528"/>
              <a:gd name="connsiteY4-82" fmla="*/ 1202432 h 1202432"/>
              <a:gd name="connsiteX5-83" fmla="*/ 0 w 9324528"/>
              <a:gd name="connsiteY5-84" fmla="*/ 1202432 h 1202432"/>
              <a:gd name="connsiteX6-85" fmla="*/ 188685 w 9324528"/>
              <a:gd name="connsiteY6-86" fmla="*/ 1202432 h 1202432"/>
              <a:gd name="connsiteX7-87" fmla="*/ 188685 w 9324528"/>
              <a:gd name="connsiteY7-88" fmla="*/ 601216 h 1202432"/>
              <a:gd name="connsiteX8-89" fmla="*/ 586701 w 9324528"/>
              <a:gd name="connsiteY8-90" fmla="*/ 14514 h 1202432"/>
              <a:gd name="connsiteX0-91" fmla="*/ 586701 w 9324528"/>
              <a:gd name="connsiteY0-92" fmla="*/ 14514 h 1202432"/>
              <a:gd name="connsiteX1-93" fmla="*/ 9324528 w 9324528"/>
              <a:gd name="connsiteY1-94" fmla="*/ 0 h 1202432"/>
              <a:gd name="connsiteX2-95" fmla="*/ 9324528 w 9324528"/>
              <a:gd name="connsiteY2-96" fmla="*/ 0 h 1202432"/>
              <a:gd name="connsiteX3-97" fmla="*/ 9324528 w 9324528"/>
              <a:gd name="connsiteY3-98" fmla="*/ 601216 h 1202432"/>
              <a:gd name="connsiteX4-99" fmla="*/ 8723312 w 9324528"/>
              <a:gd name="connsiteY4-100" fmla="*/ 1202432 h 1202432"/>
              <a:gd name="connsiteX5-101" fmla="*/ 0 w 9324528"/>
              <a:gd name="connsiteY5-102" fmla="*/ 1202432 h 1202432"/>
              <a:gd name="connsiteX6-103" fmla="*/ 188685 w 9324528"/>
              <a:gd name="connsiteY6-104" fmla="*/ 1202432 h 1202432"/>
              <a:gd name="connsiteX7-105" fmla="*/ 188685 w 9324528"/>
              <a:gd name="connsiteY7-106" fmla="*/ 601216 h 1202432"/>
              <a:gd name="connsiteX8-107" fmla="*/ 586701 w 9324528"/>
              <a:gd name="connsiteY8-108" fmla="*/ 14514 h 1202432"/>
              <a:gd name="connsiteX0-109" fmla="*/ 586701 w 9324528"/>
              <a:gd name="connsiteY0-110" fmla="*/ 14514 h 1202432"/>
              <a:gd name="connsiteX1-111" fmla="*/ 9324528 w 9324528"/>
              <a:gd name="connsiteY1-112" fmla="*/ 0 h 1202432"/>
              <a:gd name="connsiteX2-113" fmla="*/ 9324528 w 9324528"/>
              <a:gd name="connsiteY2-114" fmla="*/ 0 h 1202432"/>
              <a:gd name="connsiteX3-115" fmla="*/ 9324528 w 9324528"/>
              <a:gd name="connsiteY3-116" fmla="*/ 601216 h 1202432"/>
              <a:gd name="connsiteX4-117" fmla="*/ 8723312 w 9324528"/>
              <a:gd name="connsiteY4-118" fmla="*/ 1202432 h 1202432"/>
              <a:gd name="connsiteX5-119" fmla="*/ 0 w 9324528"/>
              <a:gd name="connsiteY5-120" fmla="*/ 1202432 h 1202432"/>
              <a:gd name="connsiteX6-121" fmla="*/ 188685 w 9324528"/>
              <a:gd name="connsiteY6-122" fmla="*/ 1202432 h 1202432"/>
              <a:gd name="connsiteX7-123" fmla="*/ 188685 w 9324528"/>
              <a:gd name="connsiteY7-124" fmla="*/ 601216 h 1202432"/>
              <a:gd name="connsiteX8-125" fmla="*/ 586701 w 9324528"/>
              <a:gd name="connsiteY8-126" fmla="*/ 14514 h 1202432"/>
              <a:gd name="connsiteX0-127" fmla="*/ 240915 w 9341599"/>
              <a:gd name="connsiteY0-128" fmla="*/ 0 h 1202433"/>
              <a:gd name="connsiteX1-129" fmla="*/ 9341599 w 9341599"/>
              <a:gd name="connsiteY1-130" fmla="*/ 1 h 1202433"/>
              <a:gd name="connsiteX2-131" fmla="*/ 9341599 w 9341599"/>
              <a:gd name="connsiteY2-132" fmla="*/ 1 h 1202433"/>
              <a:gd name="connsiteX3-133" fmla="*/ 9341599 w 9341599"/>
              <a:gd name="connsiteY3-134" fmla="*/ 601217 h 1202433"/>
              <a:gd name="connsiteX4-135" fmla="*/ 8740383 w 9341599"/>
              <a:gd name="connsiteY4-136" fmla="*/ 1202433 h 1202433"/>
              <a:gd name="connsiteX5-137" fmla="*/ 17071 w 9341599"/>
              <a:gd name="connsiteY5-138" fmla="*/ 1202433 h 1202433"/>
              <a:gd name="connsiteX6-139" fmla="*/ 205756 w 9341599"/>
              <a:gd name="connsiteY6-140" fmla="*/ 1202433 h 1202433"/>
              <a:gd name="connsiteX7-141" fmla="*/ 205756 w 9341599"/>
              <a:gd name="connsiteY7-142" fmla="*/ 601217 h 1202433"/>
              <a:gd name="connsiteX8-143" fmla="*/ 240915 w 9341599"/>
              <a:gd name="connsiteY8-144" fmla="*/ 0 h 1202433"/>
              <a:gd name="connsiteX0-145" fmla="*/ 223844 w 9324528"/>
              <a:gd name="connsiteY0-146" fmla="*/ 0 h 1202433"/>
              <a:gd name="connsiteX1-147" fmla="*/ 9324528 w 9324528"/>
              <a:gd name="connsiteY1-148" fmla="*/ 1 h 1202433"/>
              <a:gd name="connsiteX2-149" fmla="*/ 9324528 w 9324528"/>
              <a:gd name="connsiteY2-150" fmla="*/ 1 h 1202433"/>
              <a:gd name="connsiteX3-151" fmla="*/ 9324528 w 9324528"/>
              <a:gd name="connsiteY3-152" fmla="*/ 601217 h 1202433"/>
              <a:gd name="connsiteX4-153" fmla="*/ 8723312 w 9324528"/>
              <a:gd name="connsiteY4-154" fmla="*/ 1202433 h 1202433"/>
              <a:gd name="connsiteX5-155" fmla="*/ 0 w 9324528"/>
              <a:gd name="connsiteY5-156" fmla="*/ 1202433 h 1202433"/>
              <a:gd name="connsiteX6-157" fmla="*/ 188685 w 9324528"/>
              <a:gd name="connsiteY6-158" fmla="*/ 1202433 h 1202433"/>
              <a:gd name="connsiteX7-159" fmla="*/ 188685 w 9324528"/>
              <a:gd name="connsiteY7-160" fmla="*/ 601217 h 1202433"/>
              <a:gd name="connsiteX8-161" fmla="*/ 223844 w 9324528"/>
              <a:gd name="connsiteY8-162" fmla="*/ 0 h 1202433"/>
              <a:gd name="connsiteX0-163" fmla="*/ 223844 w 9324528"/>
              <a:gd name="connsiteY0-164" fmla="*/ 0 h 1202433"/>
              <a:gd name="connsiteX1-165" fmla="*/ 9324528 w 9324528"/>
              <a:gd name="connsiteY1-166" fmla="*/ 1 h 1202433"/>
              <a:gd name="connsiteX2-167" fmla="*/ 9324528 w 9324528"/>
              <a:gd name="connsiteY2-168" fmla="*/ 1 h 1202433"/>
              <a:gd name="connsiteX3-169" fmla="*/ 9324528 w 9324528"/>
              <a:gd name="connsiteY3-170" fmla="*/ 601217 h 1202433"/>
              <a:gd name="connsiteX4-171" fmla="*/ 8723312 w 9324528"/>
              <a:gd name="connsiteY4-172" fmla="*/ 1202433 h 1202433"/>
              <a:gd name="connsiteX5-173" fmla="*/ 0 w 9324528"/>
              <a:gd name="connsiteY5-174" fmla="*/ 1202433 h 1202433"/>
              <a:gd name="connsiteX6-175" fmla="*/ 188685 w 9324528"/>
              <a:gd name="connsiteY6-176" fmla="*/ 1202433 h 1202433"/>
              <a:gd name="connsiteX7-177" fmla="*/ 188685 w 9324528"/>
              <a:gd name="connsiteY7-178" fmla="*/ 601217 h 1202433"/>
              <a:gd name="connsiteX8-179" fmla="*/ 223844 w 9324528"/>
              <a:gd name="connsiteY8-180" fmla="*/ 0 h 1202433"/>
              <a:gd name="connsiteX0-181" fmla="*/ 39039 w 9139723"/>
              <a:gd name="connsiteY0-182" fmla="*/ 0 h 1202433"/>
              <a:gd name="connsiteX1-183" fmla="*/ 9139723 w 9139723"/>
              <a:gd name="connsiteY1-184" fmla="*/ 1 h 1202433"/>
              <a:gd name="connsiteX2-185" fmla="*/ 9139723 w 9139723"/>
              <a:gd name="connsiteY2-186" fmla="*/ 1 h 1202433"/>
              <a:gd name="connsiteX3-187" fmla="*/ 9139723 w 9139723"/>
              <a:gd name="connsiteY3-188" fmla="*/ 601217 h 1202433"/>
              <a:gd name="connsiteX4-189" fmla="*/ 8538507 w 9139723"/>
              <a:gd name="connsiteY4-190" fmla="*/ 1202433 h 1202433"/>
              <a:gd name="connsiteX5-191" fmla="*/ 3898 w 9139723"/>
              <a:gd name="connsiteY5-192" fmla="*/ 1202433 h 1202433"/>
              <a:gd name="connsiteX6-193" fmla="*/ 3880 w 9139723"/>
              <a:gd name="connsiteY6-194" fmla="*/ 1202433 h 1202433"/>
              <a:gd name="connsiteX7-195" fmla="*/ 3880 w 9139723"/>
              <a:gd name="connsiteY7-196" fmla="*/ 601217 h 1202433"/>
              <a:gd name="connsiteX8-197" fmla="*/ 39039 w 9139723"/>
              <a:gd name="connsiteY8-198" fmla="*/ 0 h 1202433"/>
              <a:gd name="connsiteX0-199" fmla="*/ 23006 w 9167233"/>
              <a:gd name="connsiteY0-200" fmla="*/ 0 h 1216947"/>
              <a:gd name="connsiteX1-201" fmla="*/ 9167233 w 9167233"/>
              <a:gd name="connsiteY1-202" fmla="*/ 14515 h 1216947"/>
              <a:gd name="connsiteX2-203" fmla="*/ 9167233 w 9167233"/>
              <a:gd name="connsiteY2-204" fmla="*/ 14515 h 1216947"/>
              <a:gd name="connsiteX3-205" fmla="*/ 9167233 w 9167233"/>
              <a:gd name="connsiteY3-206" fmla="*/ 615731 h 1216947"/>
              <a:gd name="connsiteX4-207" fmla="*/ 8566017 w 9167233"/>
              <a:gd name="connsiteY4-208" fmla="*/ 1216947 h 1216947"/>
              <a:gd name="connsiteX5-209" fmla="*/ 31408 w 9167233"/>
              <a:gd name="connsiteY5-210" fmla="*/ 1216947 h 1216947"/>
              <a:gd name="connsiteX6-211" fmla="*/ 31390 w 9167233"/>
              <a:gd name="connsiteY6-212" fmla="*/ 1216947 h 1216947"/>
              <a:gd name="connsiteX7-213" fmla="*/ 31390 w 9167233"/>
              <a:gd name="connsiteY7-214" fmla="*/ 615731 h 1216947"/>
              <a:gd name="connsiteX8-215" fmla="*/ 23006 w 9167233"/>
              <a:gd name="connsiteY8-216" fmla="*/ 0 h 1216947"/>
              <a:gd name="connsiteX0-217" fmla="*/ 26705 w 9156415"/>
              <a:gd name="connsiteY0-218" fmla="*/ 0 h 1216947"/>
              <a:gd name="connsiteX1-219" fmla="*/ 9156415 w 9156415"/>
              <a:gd name="connsiteY1-220" fmla="*/ 14515 h 1216947"/>
              <a:gd name="connsiteX2-221" fmla="*/ 9156415 w 9156415"/>
              <a:gd name="connsiteY2-222" fmla="*/ 14515 h 1216947"/>
              <a:gd name="connsiteX3-223" fmla="*/ 9156415 w 9156415"/>
              <a:gd name="connsiteY3-224" fmla="*/ 615731 h 1216947"/>
              <a:gd name="connsiteX4-225" fmla="*/ 8555199 w 9156415"/>
              <a:gd name="connsiteY4-226" fmla="*/ 1216947 h 1216947"/>
              <a:gd name="connsiteX5-227" fmla="*/ 20590 w 9156415"/>
              <a:gd name="connsiteY5-228" fmla="*/ 1216947 h 1216947"/>
              <a:gd name="connsiteX6-229" fmla="*/ 20572 w 9156415"/>
              <a:gd name="connsiteY6-230" fmla="*/ 1216947 h 1216947"/>
              <a:gd name="connsiteX7-231" fmla="*/ 20572 w 9156415"/>
              <a:gd name="connsiteY7-232" fmla="*/ 615731 h 1216947"/>
              <a:gd name="connsiteX8-233" fmla="*/ 26705 w 9156415"/>
              <a:gd name="connsiteY8-234" fmla="*/ 0 h 12169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156415" h="1216947">
                <a:moveTo>
                  <a:pt x="26705" y="0"/>
                </a:moveTo>
                <a:lnTo>
                  <a:pt x="9156415" y="14515"/>
                </a:lnTo>
                <a:lnTo>
                  <a:pt x="9156415" y="14515"/>
                </a:lnTo>
                <a:lnTo>
                  <a:pt x="9156415" y="615731"/>
                </a:lnTo>
                <a:cubicBezTo>
                  <a:pt x="9156415" y="947773"/>
                  <a:pt x="8887241" y="1216947"/>
                  <a:pt x="8555199" y="1216947"/>
                </a:cubicBezTo>
                <a:lnTo>
                  <a:pt x="20590" y="1216947"/>
                </a:lnTo>
                <a:lnTo>
                  <a:pt x="20572" y="1216947"/>
                </a:lnTo>
                <a:lnTo>
                  <a:pt x="20572" y="615731"/>
                </a:lnTo>
                <a:cubicBezTo>
                  <a:pt x="20572" y="283689"/>
                  <a:pt x="-29566" y="14513"/>
                  <a:pt x="26705" y="0"/>
                </a:cubicBezTo>
                <a:close/>
              </a:path>
            </a:pathLst>
          </a:custGeom>
          <a:gradFill flip="none" rotWithShape="1">
            <a:gsLst>
              <a:gs pos="1667">
                <a:srgbClr val="00030A"/>
              </a:gs>
              <a:gs pos="37000">
                <a:schemeClr val="accent5">
                  <a:lumMod val="75000"/>
                </a:schemeClr>
              </a:gs>
              <a:gs pos="83336">
                <a:srgbClr val="17375E"/>
              </a:gs>
              <a:gs pos="88744">
                <a:schemeClr val="tx2">
                  <a:lumMod val="75000"/>
                </a:schemeClr>
              </a:gs>
              <a:gs pos="79155">
                <a:schemeClr val="tx2">
                  <a:lumMod val="75000"/>
                </a:schemeClr>
              </a:gs>
              <a:gs pos="84000">
                <a:srgbClr val="143C52"/>
              </a:gs>
              <a:gs pos="12920">
                <a:srgbClr val="1B4267"/>
              </a:gs>
              <a:gs pos="9000">
                <a:schemeClr val="tx2">
                  <a:lumMod val="75000"/>
                </a:schemeClr>
              </a:gs>
              <a:gs pos="100000">
                <a:srgbClr val="000A1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3087" name="图片 5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" y="5976938"/>
            <a:ext cx="1247775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229600" y="5867400"/>
            <a:ext cx="669925" cy="666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80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6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23.xml"/><Relationship Id="rId7" Type="http://schemas.openxmlformats.org/officeDocument/2006/relationships/image" Target="../media/image7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5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6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7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8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31.xml"/><Relationship Id="rId7" Type="http://schemas.openxmlformats.org/officeDocument/2006/relationships/image" Target="../media/image16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/>
          <p:nvPr/>
        </p:nvSpPr>
        <p:spPr>
          <a:xfrm>
            <a:off x="762000" y="3734118"/>
            <a:ext cx="4347210" cy="2062480"/>
          </a:xfrm>
          <a:prstGeom prst="rect">
            <a:avLst/>
          </a:prstGeom>
          <a:noFill/>
          <a:ln w="28575">
            <a:noFill/>
          </a:ln>
          <a:effectLst>
            <a:prstShdw prst="shdw17" dist="17961" dir="2699999">
              <a:srgbClr val="858585"/>
            </a:prstShdw>
          </a:effectLst>
        </p:spPr>
        <p:txBody>
          <a:bodyPr wrap="square" lIns="90000" tIns="46800" rIns="90000" bIns="46800" anchor="ctr">
            <a:spAutoFit/>
          </a:bodyPr>
          <a:lstStyle/>
          <a:p>
            <a:pPr algn="l" eaLnBrk="0" hangingPunct="0"/>
            <a:r>
              <a:rPr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授课人：林隆龙</a:t>
            </a:r>
          </a:p>
          <a:p>
            <a:pPr algn="l" eaLnBrk="0" hangingPunct="0"/>
            <a:endParaRPr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0" hangingPunct="0"/>
            <a:r>
              <a:rPr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单位：计信学院</a:t>
            </a:r>
            <a:endParaRPr lang="en-US" altLang="zh-CN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0" hangingPunct="0"/>
            <a:endParaRPr lang="en-US" altLang="zh-CN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对角圆角矩形 4"/>
          <p:cNvSpPr/>
          <p:nvPr/>
        </p:nvSpPr>
        <p:spPr>
          <a:xfrm>
            <a:off x="-6333" y="-108568"/>
            <a:ext cx="9144000" cy="1226199"/>
          </a:xfrm>
          <a:custGeom>
            <a:avLst/>
            <a:gdLst>
              <a:gd name="connsiteX0" fmla="*/ 652649 w 9612560"/>
              <a:gd name="connsiteY0" fmla="*/ 0 h 3915816"/>
              <a:gd name="connsiteX1" fmla="*/ 9612560 w 9612560"/>
              <a:gd name="connsiteY1" fmla="*/ 0 h 3915816"/>
              <a:gd name="connsiteX2" fmla="*/ 9612560 w 9612560"/>
              <a:gd name="connsiteY2" fmla="*/ 0 h 3915816"/>
              <a:gd name="connsiteX3" fmla="*/ 9612560 w 9612560"/>
              <a:gd name="connsiteY3" fmla="*/ 3263167 h 3915816"/>
              <a:gd name="connsiteX4" fmla="*/ 8959911 w 9612560"/>
              <a:gd name="connsiteY4" fmla="*/ 3915816 h 3915816"/>
              <a:gd name="connsiteX5" fmla="*/ 0 w 9612560"/>
              <a:gd name="connsiteY5" fmla="*/ 3915816 h 3915816"/>
              <a:gd name="connsiteX6" fmla="*/ 0 w 9612560"/>
              <a:gd name="connsiteY6" fmla="*/ 3915816 h 3915816"/>
              <a:gd name="connsiteX7" fmla="*/ 0 w 9612560"/>
              <a:gd name="connsiteY7" fmla="*/ 652649 h 3915816"/>
              <a:gd name="connsiteX8" fmla="*/ 652649 w 9612560"/>
              <a:gd name="connsiteY8" fmla="*/ 0 h 3915816"/>
              <a:gd name="connsiteX0-1" fmla="*/ 149528 w 9806125"/>
              <a:gd name="connsiteY0-2" fmla="*/ 0 h 3915816"/>
              <a:gd name="connsiteX1-3" fmla="*/ 9806125 w 9806125"/>
              <a:gd name="connsiteY1-4" fmla="*/ 0 h 3915816"/>
              <a:gd name="connsiteX2-5" fmla="*/ 9806125 w 9806125"/>
              <a:gd name="connsiteY2-6" fmla="*/ 0 h 3915816"/>
              <a:gd name="connsiteX3-7" fmla="*/ 9806125 w 9806125"/>
              <a:gd name="connsiteY3-8" fmla="*/ 3263167 h 3915816"/>
              <a:gd name="connsiteX4-9" fmla="*/ 9153476 w 9806125"/>
              <a:gd name="connsiteY4-10" fmla="*/ 3915816 h 3915816"/>
              <a:gd name="connsiteX5-11" fmla="*/ 193565 w 9806125"/>
              <a:gd name="connsiteY5-12" fmla="*/ 3915816 h 3915816"/>
              <a:gd name="connsiteX6-13" fmla="*/ 193565 w 9806125"/>
              <a:gd name="connsiteY6-14" fmla="*/ 3915816 h 3915816"/>
              <a:gd name="connsiteX7-15" fmla="*/ 193565 w 9806125"/>
              <a:gd name="connsiteY7-16" fmla="*/ 652649 h 3915816"/>
              <a:gd name="connsiteX8-17" fmla="*/ 149528 w 9806125"/>
              <a:gd name="connsiteY8-18" fmla="*/ 0 h 3915816"/>
              <a:gd name="connsiteX0-19" fmla="*/ 0 w 9656597"/>
              <a:gd name="connsiteY0-20" fmla="*/ 0 h 3915816"/>
              <a:gd name="connsiteX1-21" fmla="*/ 9656597 w 9656597"/>
              <a:gd name="connsiteY1-22" fmla="*/ 0 h 3915816"/>
              <a:gd name="connsiteX2-23" fmla="*/ 9656597 w 9656597"/>
              <a:gd name="connsiteY2-24" fmla="*/ 0 h 3915816"/>
              <a:gd name="connsiteX3-25" fmla="*/ 9656597 w 9656597"/>
              <a:gd name="connsiteY3-26" fmla="*/ 3263167 h 3915816"/>
              <a:gd name="connsiteX4-27" fmla="*/ 9003948 w 9656597"/>
              <a:gd name="connsiteY4-28" fmla="*/ 3915816 h 3915816"/>
              <a:gd name="connsiteX5-29" fmla="*/ 44037 w 9656597"/>
              <a:gd name="connsiteY5-30" fmla="*/ 3915816 h 3915816"/>
              <a:gd name="connsiteX6-31" fmla="*/ 44037 w 9656597"/>
              <a:gd name="connsiteY6-32" fmla="*/ 3915816 h 3915816"/>
              <a:gd name="connsiteX7-33" fmla="*/ 44037 w 9656597"/>
              <a:gd name="connsiteY7-34" fmla="*/ 652649 h 3915816"/>
              <a:gd name="connsiteX8-35" fmla="*/ 0 w 9656597"/>
              <a:gd name="connsiteY8-36" fmla="*/ 0 h 3915816"/>
              <a:gd name="connsiteX0-37" fmla="*/ 0 w 9613055"/>
              <a:gd name="connsiteY0-38" fmla="*/ 14514 h 3915816"/>
              <a:gd name="connsiteX1-39" fmla="*/ 9613055 w 9613055"/>
              <a:gd name="connsiteY1-40" fmla="*/ 0 h 3915816"/>
              <a:gd name="connsiteX2-41" fmla="*/ 9613055 w 9613055"/>
              <a:gd name="connsiteY2-42" fmla="*/ 0 h 3915816"/>
              <a:gd name="connsiteX3-43" fmla="*/ 9613055 w 9613055"/>
              <a:gd name="connsiteY3-44" fmla="*/ 3263167 h 3915816"/>
              <a:gd name="connsiteX4-45" fmla="*/ 8960406 w 9613055"/>
              <a:gd name="connsiteY4-46" fmla="*/ 3915816 h 3915816"/>
              <a:gd name="connsiteX5-47" fmla="*/ 495 w 9613055"/>
              <a:gd name="connsiteY5-48" fmla="*/ 3915816 h 3915816"/>
              <a:gd name="connsiteX6-49" fmla="*/ 495 w 9613055"/>
              <a:gd name="connsiteY6-50" fmla="*/ 3915816 h 3915816"/>
              <a:gd name="connsiteX7-51" fmla="*/ 495 w 9613055"/>
              <a:gd name="connsiteY7-52" fmla="*/ 652649 h 3915816"/>
              <a:gd name="connsiteX8-53" fmla="*/ 0 w 9613055"/>
              <a:gd name="connsiteY8-54" fmla="*/ 14514 h 39158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613055" h="3915816">
                <a:moveTo>
                  <a:pt x="0" y="14514"/>
                </a:moveTo>
                <a:lnTo>
                  <a:pt x="9613055" y="0"/>
                </a:lnTo>
                <a:lnTo>
                  <a:pt x="9613055" y="0"/>
                </a:lnTo>
                <a:lnTo>
                  <a:pt x="9613055" y="3263167"/>
                </a:lnTo>
                <a:cubicBezTo>
                  <a:pt x="9613055" y="3623615"/>
                  <a:pt x="9320854" y="3915816"/>
                  <a:pt x="8960406" y="3915816"/>
                </a:cubicBezTo>
                <a:lnTo>
                  <a:pt x="495" y="3915816"/>
                </a:lnTo>
                <a:lnTo>
                  <a:pt x="495" y="3915816"/>
                </a:lnTo>
                <a:lnTo>
                  <a:pt x="495" y="652649"/>
                </a:lnTo>
                <a:cubicBezTo>
                  <a:pt x="495" y="292201"/>
                  <a:pt x="2409" y="43542"/>
                  <a:pt x="0" y="14514"/>
                </a:cubicBezTo>
                <a:close/>
              </a:path>
            </a:pathLst>
          </a:custGeom>
          <a:gradFill flip="none" rotWithShape="1">
            <a:gsLst>
              <a:gs pos="22000">
                <a:schemeClr val="accent5">
                  <a:lumMod val="75000"/>
                </a:schemeClr>
              </a:gs>
              <a:gs pos="8000">
                <a:srgbClr val="00030A"/>
              </a:gs>
              <a:gs pos="100000">
                <a:srgbClr val="000A1E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Python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智能数据分析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701" name="矩形 1"/>
          <p:cNvSpPr/>
          <p:nvPr>
            <p:custDataLst>
              <p:tags r:id="rId1"/>
            </p:custDataLst>
          </p:nvPr>
        </p:nvSpPr>
        <p:spPr>
          <a:xfrm>
            <a:off x="539553" y="1412776"/>
            <a:ext cx="7200800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algn="ctr"/>
            <a:r>
              <a:rPr lang="en-US" altLang="zh-CN" sz="55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5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数组计算基础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 txBox="1">
            <a:spLocks noChangeArrowheads="1"/>
          </p:cNvSpPr>
          <p:nvPr/>
        </p:nvSpPr>
        <p:spPr bwMode="auto">
          <a:xfrm>
            <a:off x="909896" y="5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D5DC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目录</a:t>
            </a:r>
          </a:p>
        </p:txBody>
      </p:sp>
      <p:grpSp>
        <p:nvGrpSpPr>
          <p:cNvPr id="25604" name="组合 2"/>
          <p:cNvGrpSpPr/>
          <p:nvPr/>
        </p:nvGrpSpPr>
        <p:grpSpPr>
          <a:xfrm>
            <a:off x="1074738" y="930593"/>
            <a:ext cx="6370637" cy="877887"/>
            <a:chOff x="1074461" y="1186311"/>
            <a:chExt cx="6370914" cy="877923"/>
          </a:xfrm>
        </p:grpSpPr>
        <p:grpSp>
          <p:nvGrpSpPr>
            <p:cNvPr id="25643" name="组合 42"/>
            <p:cNvGrpSpPr/>
            <p:nvPr/>
          </p:nvGrpSpPr>
          <p:grpSpPr>
            <a:xfrm>
              <a:off x="1074461" y="1186311"/>
              <a:ext cx="950051" cy="877923"/>
              <a:chOff x="492997" y="1075895"/>
              <a:chExt cx="1039031" cy="1031586"/>
            </a:xfrm>
          </p:grpSpPr>
          <p:grpSp>
            <p:nvGrpSpPr>
              <p:cNvPr id="25645" name="Group 48"/>
              <p:cNvGrpSpPr/>
              <p:nvPr/>
            </p:nvGrpSpPr>
            <p:grpSpPr>
              <a:xfrm>
                <a:off x="492997" y="1075895"/>
                <a:ext cx="1039031" cy="1031586"/>
                <a:chOff x="2508" y="1231"/>
                <a:chExt cx="1223" cy="1240"/>
              </a:xfrm>
            </p:grpSpPr>
            <p:sp>
              <p:nvSpPr>
                <p:cNvPr id="25649" name="Oval 49"/>
                <p:cNvSpPr/>
                <p:nvPr/>
              </p:nvSpPr>
              <p:spPr>
                <a:xfrm>
                  <a:off x="2508" y="1231"/>
                  <a:ext cx="1122" cy="1240"/>
                </a:xfrm>
                <a:prstGeom prst="ellipse">
                  <a:avLst/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50" name="Oval 50"/>
                <p:cNvSpPr/>
                <p:nvPr/>
              </p:nvSpPr>
              <p:spPr>
                <a:xfrm>
                  <a:off x="2541" y="1256"/>
                  <a:ext cx="1190" cy="119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414141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51" name="Oval 51"/>
                <p:cNvSpPr/>
                <p:nvPr/>
              </p:nvSpPr>
              <p:spPr>
                <a:xfrm>
                  <a:off x="2590" y="1305"/>
                  <a:ext cx="1092" cy="1092"/>
                </a:xfrm>
                <a:prstGeom prst="ellipse">
                  <a:avLst/>
                </a:prstGeom>
                <a:solidFill>
                  <a:srgbClr val="808080">
                    <a:alpha val="25098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52" name="Oval 52"/>
                <p:cNvSpPr/>
                <p:nvPr/>
              </p:nvSpPr>
              <p:spPr>
                <a:xfrm>
                  <a:off x="2623" y="1330"/>
                  <a:ext cx="1026" cy="1026"/>
                </a:xfrm>
                <a:prstGeom prst="ellipse">
                  <a:avLst/>
                </a:prstGeom>
                <a:solidFill>
                  <a:srgbClr val="808080">
                    <a:alpha val="30196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53" name="Oval 53"/>
                <p:cNvSpPr/>
                <p:nvPr/>
              </p:nvSpPr>
              <p:spPr>
                <a:xfrm>
                  <a:off x="2637" y="1346"/>
                  <a:ext cx="993" cy="99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C5C5C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" name="椭圆 8"/>
              <p:cNvSpPr/>
              <p:nvPr/>
            </p:nvSpPr>
            <p:spPr bwMode="auto">
              <a:xfrm>
                <a:off x="644506" y="1229804"/>
                <a:ext cx="764046" cy="734059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+mn-ea"/>
                    <a:cs typeface="Tahoma" panose="020B0604030504040204" pitchFamily="34" charset="0"/>
                  </a:rPr>
                  <a:t>1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ahoma" panose="020B0604030504040204" pitchFamily="34" charset="0"/>
                  <a:ea typeface="+mn-ea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0" name="Rectangle 22"/>
            <p:cNvSpPr>
              <a:spLocks noChangeArrowheads="1"/>
            </p:cNvSpPr>
            <p:nvPr/>
          </p:nvSpPr>
          <p:spPr bwMode="auto">
            <a:xfrm>
              <a:off x="2157183" y="1230763"/>
              <a:ext cx="5288192" cy="645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50000">
                        <a:schemeClr val="bg1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3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NumPy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引入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25607" name="组合 3"/>
          <p:cNvGrpSpPr/>
          <p:nvPr/>
        </p:nvGrpSpPr>
        <p:grpSpPr>
          <a:xfrm>
            <a:off x="1075055" y="2132965"/>
            <a:ext cx="6175375" cy="877675"/>
            <a:chOff x="1110256" y="2348487"/>
            <a:chExt cx="5801719" cy="877923"/>
          </a:xfrm>
        </p:grpSpPr>
        <p:sp>
          <p:nvSpPr>
            <p:cNvPr id="19" name="Rectangle 43"/>
            <p:cNvSpPr>
              <a:spLocks noChangeArrowheads="1"/>
            </p:cNvSpPr>
            <p:nvPr/>
          </p:nvSpPr>
          <p:spPr bwMode="auto">
            <a:xfrm>
              <a:off x="2158186" y="2464379"/>
              <a:ext cx="4753789" cy="6453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50000">
                        <a:schemeClr val="bg1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3600" b="1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ndarray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的创建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5633" name="组合 42"/>
            <p:cNvGrpSpPr/>
            <p:nvPr/>
          </p:nvGrpSpPr>
          <p:grpSpPr>
            <a:xfrm>
              <a:off x="1110256" y="2348487"/>
              <a:ext cx="950051" cy="877923"/>
              <a:chOff x="492997" y="1075895"/>
              <a:chExt cx="1039031" cy="1031586"/>
            </a:xfrm>
          </p:grpSpPr>
          <p:grpSp>
            <p:nvGrpSpPr>
              <p:cNvPr id="25634" name="Group 48"/>
              <p:cNvGrpSpPr/>
              <p:nvPr/>
            </p:nvGrpSpPr>
            <p:grpSpPr>
              <a:xfrm>
                <a:off x="492997" y="1075895"/>
                <a:ext cx="1039031" cy="1031586"/>
                <a:chOff x="2508" y="1231"/>
                <a:chExt cx="1223" cy="1240"/>
              </a:xfrm>
            </p:grpSpPr>
            <p:sp>
              <p:nvSpPr>
                <p:cNvPr id="25638" name="Oval 49"/>
                <p:cNvSpPr/>
                <p:nvPr/>
              </p:nvSpPr>
              <p:spPr>
                <a:xfrm>
                  <a:off x="2508" y="1231"/>
                  <a:ext cx="1122" cy="1240"/>
                </a:xfrm>
                <a:prstGeom prst="ellipse">
                  <a:avLst/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39" name="Oval 50"/>
                <p:cNvSpPr/>
                <p:nvPr/>
              </p:nvSpPr>
              <p:spPr>
                <a:xfrm>
                  <a:off x="2541" y="1256"/>
                  <a:ext cx="1190" cy="119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414141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40" name="Oval 51"/>
                <p:cNvSpPr/>
                <p:nvPr/>
              </p:nvSpPr>
              <p:spPr>
                <a:xfrm>
                  <a:off x="2590" y="1305"/>
                  <a:ext cx="1092" cy="1092"/>
                </a:xfrm>
                <a:prstGeom prst="ellipse">
                  <a:avLst/>
                </a:prstGeom>
                <a:solidFill>
                  <a:srgbClr val="808080">
                    <a:alpha val="25098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41" name="Oval 52"/>
                <p:cNvSpPr/>
                <p:nvPr/>
              </p:nvSpPr>
              <p:spPr>
                <a:xfrm>
                  <a:off x="2623" y="1330"/>
                  <a:ext cx="1026" cy="1026"/>
                </a:xfrm>
                <a:prstGeom prst="ellipse">
                  <a:avLst/>
                </a:prstGeom>
                <a:solidFill>
                  <a:srgbClr val="808080">
                    <a:alpha val="30196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42" name="Oval 53"/>
                <p:cNvSpPr/>
                <p:nvPr/>
              </p:nvSpPr>
              <p:spPr>
                <a:xfrm>
                  <a:off x="2637" y="1346"/>
                  <a:ext cx="993" cy="99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C5C5C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4" name="椭圆 43"/>
              <p:cNvSpPr/>
              <p:nvPr/>
            </p:nvSpPr>
            <p:spPr bwMode="auto">
              <a:xfrm>
                <a:off x="644506" y="1229804"/>
                <a:ext cx="764046" cy="734059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+mn-ea"/>
                    <a:cs typeface="Tahoma" panose="020B0604030504040204" pitchFamily="34" charset="0"/>
                  </a:rPr>
                  <a:t>2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ahoma" panose="020B0604030504040204" pitchFamily="34" charset="0"/>
                  <a:ea typeface="+mn-ea"/>
                  <a:cs typeface="Tahoma" panose="020B0604030504040204" pitchFamily="34" charset="0"/>
                </a:endParaRPr>
              </a:p>
            </p:txBody>
          </p:sp>
        </p:grpSp>
      </p:grpSp>
      <p:grpSp>
        <p:nvGrpSpPr>
          <p:cNvPr id="25608" name="组合 4"/>
          <p:cNvGrpSpPr/>
          <p:nvPr/>
        </p:nvGrpSpPr>
        <p:grpSpPr>
          <a:xfrm>
            <a:off x="1043623" y="3361690"/>
            <a:ext cx="7056437" cy="879475"/>
            <a:chOff x="1074461" y="3629800"/>
            <a:chExt cx="7056714" cy="877923"/>
          </a:xfrm>
        </p:grpSpPr>
        <p:sp>
          <p:nvSpPr>
            <p:cNvPr id="28" name="Rectangle 43"/>
            <p:cNvSpPr>
              <a:spLocks noChangeArrowheads="1"/>
            </p:cNvSpPr>
            <p:nvPr/>
          </p:nvSpPr>
          <p:spPr bwMode="auto">
            <a:xfrm>
              <a:off x="2157179" y="3859582"/>
              <a:ext cx="5973996" cy="6440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50000">
                        <a:schemeClr val="bg1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ndarray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的操作</a:t>
              </a:r>
            </a:p>
          </p:txBody>
        </p:sp>
        <p:grpSp>
          <p:nvGrpSpPr>
            <p:cNvPr id="25622" name="组合 42"/>
            <p:cNvGrpSpPr/>
            <p:nvPr/>
          </p:nvGrpSpPr>
          <p:grpSpPr>
            <a:xfrm>
              <a:off x="1074461" y="3629800"/>
              <a:ext cx="950051" cy="877923"/>
              <a:chOff x="492997" y="1075895"/>
              <a:chExt cx="1039031" cy="1031586"/>
            </a:xfrm>
          </p:grpSpPr>
          <p:grpSp>
            <p:nvGrpSpPr>
              <p:cNvPr id="25623" name="Group 48"/>
              <p:cNvGrpSpPr/>
              <p:nvPr/>
            </p:nvGrpSpPr>
            <p:grpSpPr>
              <a:xfrm>
                <a:off x="492997" y="1075895"/>
                <a:ext cx="1039031" cy="1031586"/>
                <a:chOff x="2508" y="1231"/>
                <a:chExt cx="1223" cy="1240"/>
              </a:xfrm>
            </p:grpSpPr>
            <p:sp>
              <p:nvSpPr>
                <p:cNvPr id="25627" name="Oval 49"/>
                <p:cNvSpPr/>
                <p:nvPr/>
              </p:nvSpPr>
              <p:spPr>
                <a:xfrm>
                  <a:off x="2508" y="1231"/>
                  <a:ext cx="1122" cy="1240"/>
                </a:xfrm>
                <a:prstGeom prst="ellipse">
                  <a:avLst/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28" name="Oval 50"/>
                <p:cNvSpPr/>
                <p:nvPr/>
              </p:nvSpPr>
              <p:spPr>
                <a:xfrm>
                  <a:off x="2541" y="1256"/>
                  <a:ext cx="1190" cy="119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414141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29" name="Oval 51"/>
                <p:cNvSpPr/>
                <p:nvPr/>
              </p:nvSpPr>
              <p:spPr>
                <a:xfrm>
                  <a:off x="2590" y="1305"/>
                  <a:ext cx="1092" cy="1092"/>
                </a:xfrm>
                <a:prstGeom prst="ellipse">
                  <a:avLst/>
                </a:prstGeom>
                <a:solidFill>
                  <a:schemeClr val="accent2">
                    <a:alpha val="25098"/>
                  </a:scheme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30" name="Oval 52"/>
                <p:cNvSpPr/>
                <p:nvPr/>
              </p:nvSpPr>
              <p:spPr>
                <a:xfrm>
                  <a:off x="2623" y="1330"/>
                  <a:ext cx="1026" cy="1026"/>
                </a:xfrm>
                <a:prstGeom prst="ellipse">
                  <a:avLst/>
                </a:prstGeom>
                <a:solidFill>
                  <a:srgbClr val="808080">
                    <a:alpha val="30196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31" name="Oval 53"/>
                <p:cNvSpPr/>
                <p:nvPr/>
              </p:nvSpPr>
              <p:spPr>
                <a:xfrm>
                  <a:off x="2637" y="1346"/>
                  <a:ext cx="993" cy="99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C5C5C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2" name="椭圆 51"/>
              <p:cNvSpPr/>
              <p:nvPr/>
            </p:nvSpPr>
            <p:spPr bwMode="auto">
              <a:xfrm>
                <a:off x="644506" y="1229804"/>
                <a:ext cx="764046" cy="734059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+mn-ea"/>
                    <a:cs typeface="Tahoma" panose="020B0604030504040204" pitchFamily="34" charset="0"/>
                  </a:rPr>
                  <a:t>3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ahoma" panose="020B0604030504040204" pitchFamily="34" charset="0"/>
                  <a:ea typeface="+mn-ea"/>
                  <a:cs typeface="Tahoma" panose="020B0604030504040204" pitchFamily="34" charset="0"/>
                </a:endParaRPr>
              </a:p>
            </p:txBody>
          </p:sp>
        </p:grpSp>
      </p:grpSp>
      <p:grpSp>
        <p:nvGrpSpPr>
          <p:cNvPr id="3" name="组合 4"/>
          <p:cNvGrpSpPr/>
          <p:nvPr/>
        </p:nvGrpSpPr>
        <p:grpSpPr>
          <a:xfrm>
            <a:off x="1043623" y="4725670"/>
            <a:ext cx="7056437" cy="879475"/>
            <a:chOff x="1074461" y="3629800"/>
            <a:chExt cx="7056714" cy="877923"/>
          </a:xfrm>
        </p:grpSpPr>
        <p:sp>
          <p:nvSpPr>
            <p:cNvPr id="4" name="Rectangle 43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2157179" y="3859582"/>
              <a:ext cx="5973996" cy="6440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50000">
                        <a:schemeClr val="bg1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结束</a:t>
              </a:r>
            </a:p>
          </p:txBody>
        </p:sp>
        <p:grpSp>
          <p:nvGrpSpPr>
            <p:cNvPr id="5" name="组合 42"/>
            <p:cNvGrpSpPr/>
            <p:nvPr/>
          </p:nvGrpSpPr>
          <p:grpSpPr>
            <a:xfrm>
              <a:off x="1074461" y="3629800"/>
              <a:ext cx="950051" cy="877923"/>
              <a:chOff x="492997" y="1075895"/>
              <a:chExt cx="1039031" cy="1031586"/>
            </a:xfrm>
          </p:grpSpPr>
          <p:grpSp>
            <p:nvGrpSpPr>
              <p:cNvPr id="6" name="Group 48"/>
              <p:cNvGrpSpPr/>
              <p:nvPr/>
            </p:nvGrpSpPr>
            <p:grpSpPr>
              <a:xfrm>
                <a:off x="492997" y="1075895"/>
                <a:ext cx="1039031" cy="1031586"/>
                <a:chOff x="2508" y="1231"/>
                <a:chExt cx="1223" cy="1240"/>
              </a:xfrm>
            </p:grpSpPr>
            <p:sp>
              <p:nvSpPr>
                <p:cNvPr id="7" name="Oval 49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2508" y="1231"/>
                  <a:ext cx="1122" cy="1240"/>
                </a:xfrm>
                <a:prstGeom prst="ellipse">
                  <a:avLst/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" name="Oval 50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2541" y="1256"/>
                  <a:ext cx="1190" cy="119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414141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" name="Oval 51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2590" y="1305"/>
                  <a:ext cx="1092" cy="1092"/>
                </a:xfrm>
                <a:prstGeom prst="ellipse">
                  <a:avLst/>
                </a:prstGeom>
                <a:solidFill>
                  <a:schemeClr val="accent2">
                    <a:alpha val="25098"/>
                  </a:scheme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" name="Oval 52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2623" y="1330"/>
                  <a:ext cx="1026" cy="1026"/>
                </a:xfrm>
                <a:prstGeom prst="ellipse">
                  <a:avLst/>
                </a:prstGeom>
                <a:solidFill>
                  <a:srgbClr val="808080">
                    <a:alpha val="30196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" name="Oval 53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2637" y="1346"/>
                  <a:ext cx="993" cy="99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C5C5C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4" name="椭圆 13"/>
              <p:cNvSpPr/>
              <p:nvPr>
                <p:custDataLst>
                  <p:tags r:id="rId2"/>
                </p:custDataLst>
              </p:nvPr>
            </p:nvSpPr>
            <p:spPr bwMode="auto">
              <a:xfrm>
                <a:off x="644506" y="1229804"/>
                <a:ext cx="764046" cy="734059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+mn-ea"/>
                    <a:cs typeface="Tahoma" panose="020B0604030504040204" pitchFamily="34" charset="0"/>
                  </a:rPr>
                  <a:t>4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ahoma" panose="020B0604030504040204" pitchFamily="34" charset="0"/>
                  <a:ea typeface="+mn-ea"/>
                  <a:cs typeface="Tahoma" panose="020B060403050404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 is the fundamental package for scientific computing in Python. 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 is a Python library that provides a multidimensional array object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fast operations on arrays</a:t>
            </a: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359156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什么是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NumPy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，一个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同质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元素数目固定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的数组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维数组，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维数组，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维数组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同质：数组中的每一个元素属于相同的数据类型，每个元素占用的空间相同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元素数目固定：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可以修改数组元素的值，但不能插入元素和删除元素</a:t>
            </a: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562356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NumPy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提供了什么抽象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更高的速度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NumPy是在一个连续的内存块中存储数据，独立于其他Python内置对象。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NumPy的C语言编写的算法库可以操作内存，而不必进行类型检查或其它前期 工作。比起Python的内置序列，NumPy数组使用的内存更少。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向量化的代码风格更容易编写，更不易出错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机制：数组和数组的操作隐式地转换到元素到元素</a:t>
            </a: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409956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NumPy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的必要性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427291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5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速度获得了很大提升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5"/>
              </a:buBlip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arr2=arr*2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将数组每个元素变为原来的两倍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 fontAlgn="auto">
              <a:lnSpc>
                <a:spcPts val="4000"/>
              </a:lnSpc>
              <a:buBlip>
                <a:blip r:embed="rId5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list=list*2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意义就不同了</a:t>
            </a: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409956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NumPy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的高效性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076190" y="1438910"/>
            <a:ext cx="3418205" cy="32004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52095" y="4869180"/>
            <a:ext cx="8485505" cy="9632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 txBox="1">
            <a:spLocks noChangeArrowheads="1"/>
          </p:cNvSpPr>
          <p:nvPr/>
        </p:nvSpPr>
        <p:spPr bwMode="auto">
          <a:xfrm>
            <a:off x="909896" y="5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D5DC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目录</a:t>
            </a:r>
          </a:p>
        </p:txBody>
      </p:sp>
      <p:grpSp>
        <p:nvGrpSpPr>
          <p:cNvPr id="25604" name="组合 2"/>
          <p:cNvGrpSpPr/>
          <p:nvPr/>
        </p:nvGrpSpPr>
        <p:grpSpPr>
          <a:xfrm>
            <a:off x="1074738" y="930593"/>
            <a:ext cx="6370637" cy="877887"/>
            <a:chOff x="1074461" y="1186311"/>
            <a:chExt cx="6370914" cy="877923"/>
          </a:xfrm>
        </p:grpSpPr>
        <p:grpSp>
          <p:nvGrpSpPr>
            <p:cNvPr id="25643" name="组合 42"/>
            <p:cNvGrpSpPr/>
            <p:nvPr/>
          </p:nvGrpSpPr>
          <p:grpSpPr>
            <a:xfrm>
              <a:off x="1074461" y="1186311"/>
              <a:ext cx="950051" cy="877923"/>
              <a:chOff x="492997" y="1075895"/>
              <a:chExt cx="1039031" cy="1031586"/>
            </a:xfrm>
          </p:grpSpPr>
          <p:grpSp>
            <p:nvGrpSpPr>
              <p:cNvPr id="25645" name="Group 48"/>
              <p:cNvGrpSpPr/>
              <p:nvPr/>
            </p:nvGrpSpPr>
            <p:grpSpPr>
              <a:xfrm>
                <a:off x="492997" y="1075895"/>
                <a:ext cx="1039031" cy="1031586"/>
                <a:chOff x="2508" y="1231"/>
                <a:chExt cx="1223" cy="1240"/>
              </a:xfrm>
            </p:grpSpPr>
            <p:sp>
              <p:nvSpPr>
                <p:cNvPr id="25649" name="Oval 49"/>
                <p:cNvSpPr/>
                <p:nvPr/>
              </p:nvSpPr>
              <p:spPr>
                <a:xfrm>
                  <a:off x="2508" y="1231"/>
                  <a:ext cx="1122" cy="1240"/>
                </a:xfrm>
                <a:prstGeom prst="ellipse">
                  <a:avLst/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50" name="Oval 50"/>
                <p:cNvSpPr/>
                <p:nvPr/>
              </p:nvSpPr>
              <p:spPr>
                <a:xfrm>
                  <a:off x="2541" y="1256"/>
                  <a:ext cx="1190" cy="119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414141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51" name="Oval 51"/>
                <p:cNvSpPr/>
                <p:nvPr/>
              </p:nvSpPr>
              <p:spPr>
                <a:xfrm>
                  <a:off x="2590" y="1305"/>
                  <a:ext cx="1092" cy="1092"/>
                </a:xfrm>
                <a:prstGeom prst="ellipse">
                  <a:avLst/>
                </a:prstGeom>
                <a:solidFill>
                  <a:srgbClr val="808080">
                    <a:alpha val="25098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52" name="Oval 52"/>
                <p:cNvSpPr/>
                <p:nvPr/>
              </p:nvSpPr>
              <p:spPr>
                <a:xfrm>
                  <a:off x="2623" y="1330"/>
                  <a:ext cx="1026" cy="1026"/>
                </a:xfrm>
                <a:prstGeom prst="ellipse">
                  <a:avLst/>
                </a:prstGeom>
                <a:solidFill>
                  <a:srgbClr val="808080">
                    <a:alpha val="30196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53" name="Oval 53"/>
                <p:cNvSpPr/>
                <p:nvPr/>
              </p:nvSpPr>
              <p:spPr>
                <a:xfrm>
                  <a:off x="2637" y="1346"/>
                  <a:ext cx="993" cy="99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C5C5C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" name="椭圆 8"/>
              <p:cNvSpPr/>
              <p:nvPr/>
            </p:nvSpPr>
            <p:spPr bwMode="auto">
              <a:xfrm>
                <a:off x="644506" y="1229804"/>
                <a:ext cx="764046" cy="734059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+mn-ea"/>
                    <a:cs typeface="Tahoma" panose="020B0604030504040204" pitchFamily="34" charset="0"/>
                  </a:rPr>
                  <a:t>1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ahoma" panose="020B0604030504040204" pitchFamily="34" charset="0"/>
                  <a:ea typeface="+mn-ea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0" name="Rectangle 22"/>
            <p:cNvSpPr>
              <a:spLocks noChangeArrowheads="1"/>
            </p:cNvSpPr>
            <p:nvPr/>
          </p:nvSpPr>
          <p:spPr bwMode="auto">
            <a:xfrm>
              <a:off x="2157183" y="1230763"/>
              <a:ext cx="5288192" cy="645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50000">
                        <a:schemeClr val="bg1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3600" b="1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NumPy</a:t>
              </a:r>
              <a:r>
                <a:rPr lang="zh-CN" altLang="en-US" sz="3600" b="1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引入</a:t>
              </a:r>
              <a:endPara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607" name="组合 3"/>
          <p:cNvGrpSpPr/>
          <p:nvPr/>
        </p:nvGrpSpPr>
        <p:grpSpPr>
          <a:xfrm>
            <a:off x="1075055" y="2132965"/>
            <a:ext cx="6175375" cy="877675"/>
            <a:chOff x="1110256" y="2348487"/>
            <a:chExt cx="5801719" cy="877923"/>
          </a:xfrm>
        </p:grpSpPr>
        <p:sp>
          <p:nvSpPr>
            <p:cNvPr id="19" name="Rectangle 43"/>
            <p:cNvSpPr>
              <a:spLocks noChangeArrowheads="1"/>
            </p:cNvSpPr>
            <p:nvPr/>
          </p:nvSpPr>
          <p:spPr bwMode="auto">
            <a:xfrm>
              <a:off x="2158186" y="2464379"/>
              <a:ext cx="4753789" cy="6453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50000">
                        <a:schemeClr val="bg1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ndarray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的创建</a:t>
              </a:r>
            </a:p>
          </p:txBody>
        </p:sp>
        <p:grpSp>
          <p:nvGrpSpPr>
            <p:cNvPr id="25633" name="组合 42"/>
            <p:cNvGrpSpPr/>
            <p:nvPr/>
          </p:nvGrpSpPr>
          <p:grpSpPr>
            <a:xfrm>
              <a:off x="1110256" y="2348487"/>
              <a:ext cx="950051" cy="877923"/>
              <a:chOff x="492997" y="1075895"/>
              <a:chExt cx="1039031" cy="1031586"/>
            </a:xfrm>
          </p:grpSpPr>
          <p:grpSp>
            <p:nvGrpSpPr>
              <p:cNvPr id="25634" name="Group 48"/>
              <p:cNvGrpSpPr/>
              <p:nvPr/>
            </p:nvGrpSpPr>
            <p:grpSpPr>
              <a:xfrm>
                <a:off x="492997" y="1075895"/>
                <a:ext cx="1039031" cy="1031586"/>
                <a:chOff x="2508" y="1231"/>
                <a:chExt cx="1223" cy="1240"/>
              </a:xfrm>
            </p:grpSpPr>
            <p:sp>
              <p:nvSpPr>
                <p:cNvPr id="25638" name="Oval 49"/>
                <p:cNvSpPr/>
                <p:nvPr/>
              </p:nvSpPr>
              <p:spPr>
                <a:xfrm>
                  <a:off x="2508" y="1231"/>
                  <a:ext cx="1122" cy="1240"/>
                </a:xfrm>
                <a:prstGeom prst="ellipse">
                  <a:avLst/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39" name="Oval 50"/>
                <p:cNvSpPr/>
                <p:nvPr/>
              </p:nvSpPr>
              <p:spPr>
                <a:xfrm>
                  <a:off x="2541" y="1256"/>
                  <a:ext cx="1190" cy="119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414141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40" name="Oval 51"/>
                <p:cNvSpPr/>
                <p:nvPr/>
              </p:nvSpPr>
              <p:spPr>
                <a:xfrm>
                  <a:off x="2590" y="1305"/>
                  <a:ext cx="1092" cy="1092"/>
                </a:xfrm>
                <a:prstGeom prst="ellipse">
                  <a:avLst/>
                </a:prstGeom>
                <a:solidFill>
                  <a:srgbClr val="808080">
                    <a:alpha val="25098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41" name="Oval 52"/>
                <p:cNvSpPr/>
                <p:nvPr/>
              </p:nvSpPr>
              <p:spPr>
                <a:xfrm>
                  <a:off x="2623" y="1330"/>
                  <a:ext cx="1026" cy="1026"/>
                </a:xfrm>
                <a:prstGeom prst="ellipse">
                  <a:avLst/>
                </a:prstGeom>
                <a:solidFill>
                  <a:srgbClr val="808080">
                    <a:alpha val="30196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42" name="Oval 53"/>
                <p:cNvSpPr/>
                <p:nvPr/>
              </p:nvSpPr>
              <p:spPr>
                <a:xfrm>
                  <a:off x="2637" y="1346"/>
                  <a:ext cx="993" cy="99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C5C5C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44" name="椭圆 43"/>
              <p:cNvSpPr/>
              <p:nvPr/>
            </p:nvSpPr>
            <p:spPr bwMode="auto">
              <a:xfrm>
                <a:off x="644506" y="1229804"/>
                <a:ext cx="764046" cy="734059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+mn-ea"/>
                    <a:cs typeface="Tahoma" panose="020B0604030504040204" pitchFamily="34" charset="0"/>
                  </a:rPr>
                  <a:t>2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ahoma" panose="020B0604030504040204" pitchFamily="34" charset="0"/>
                  <a:ea typeface="+mn-ea"/>
                  <a:cs typeface="Tahoma" panose="020B0604030504040204" pitchFamily="34" charset="0"/>
                </a:endParaRPr>
              </a:p>
            </p:txBody>
          </p:sp>
        </p:grpSp>
      </p:grpSp>
      <p:grpSp>
        <p:nvGrpSpPr>
          <p:cNvPr id="25608" name="组合 4"/>
          <p:cNvGrpSpPr/>
          <p:nvPr/>
        </p:nvGrpSpPr>
        <p:grpSpPr>
          <a:xfrm>
            <a:off x="1043623" y="3361690"/>
            <a:ext cx="7056437" cy="879475"/>
            <a:chOff x="1074461" y="3629800"/>
            <a:chExt cx="7056714" cy="877923"/>
          </a:xfrm>
        </p:grpSpPr>
        <p:sp>
          <p:nvSpPr>
            <p:cNvPr id="28" name="Rectangle 43"/>
            <p:cNvSpPr>
              <a:spLocks noChangeArrowheads="1"/>
            </p:cNvSpPr>
            <p:nvPr/>
          </p:nvSpPr>
          <p:spPr bwMode="auto">
            <a:xfrm>
              <a:off x="2157179" y="3859582"/>
              <a:ext cx="5973996" cy="6440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50000">
                        <a:schemeClr val="bg1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ndarray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的操作</a:t>
              </a:r>
            </a:p>
          </p:txBody>
        </p:sp>
        <p:grpSp>
          <p:nvGrpSpPr>
            <p:cNvPr id="25622" name="组合 42"/>
            <p:cNvGrpSpPr/>
            <p:nvPr/>
          </p:nvGrpSpPr>
          <p:grpSpPr>
            <a:xfrm>
              <a:off x="1074461" y="3629800"/>
              <a:ext cx="950051" cy="877923"/>
              <a:chOff x="492997" y="1075895"/>
              <a:chExt cx="1039031" cy="1031586"/>
            </a:xfrm>
          </p:grpSpPr>
          <p:grpSp>
            <p:nvGrpSpPr>
              <p:cNvPr id="25623" name="Group 48"/>
              <p:cNvGrpSpPr/>
              <p:nvPr/>
            </p:nvGrpSpPr>
            <p:grpSpPr>
              <a:xfrm>
                <a:off x="492997" y="1075895"/>
                <a:ext cx="1039031" cy="1031586"/>
                <a:chOff x="2508" y="1231"/>
                <a:chExt cx="1223" cy="1240"/>
              </a:xfrm>
            </p:grpSpPr>
            <p:sp>
              <p:nvSpPr>
                <p:cNvPr id="25627" name="Oval 49"/>
                <p:cNvSpPr/>
                <p:nvPr/>
              </p:nvSpPr>
              <p:spPr>
                <a:xfrm>
                  <a:off x="2508" y="1231"/>
                  <a:ext cx="1122" cy="1240"/>
                </a:xfrm>
                <a:prstGeom prst="ellipse">
                  <a:avLst/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28" name="Oval 50"/>
                <p:cNvSpPr/>
                <p:nvPr/>
              </p:nvSpPr>
              <p:spPr>
                <a:xfrm>
                  <a:off x="2541" y="1256"/>
                  <a:ext cx="1190" cy="119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414141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29" name="Oval 51"/>
                <p:cNvSpPr/>
                <p:nvPr/>
              </p:nvSpPr>
              <p:spPr>
                <a:xfrm>
                  <a:off x="2590" y="1305"/>
                  <a:ext cx="1092" cy="1092"/>
                </a:xfrm>
                <a:prstGeom prst="ellipse">
                  <a:avLst/>
                </a:prstGeom>
                <a:solidFill>
                  <a:schemeClr val="accent2">
                    <a:alpha val="25098"/>
                  </a:scheme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30" name="Oval 52"/>
                <p:cNvSpPr/>
                <p:nvPr/>
              </p:nvSpPr>
              <p:spPr>
                <a:xfrm>
                  <a:off x="2623" y="1330"/>
                  <a:ext cx="1026" cy="1026"/>
                </a:xfrm>
                <a:prstGeom prst="ellipse">
                  <a:avLst/>
                </a:prstGeom>
                <a:solidFill>
                  <a:srgbClr val="808080">
                    <a:alpha val="30196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31" name="Oval 53"/>
                <p:cNvSpPr/>
                <p:nvPr/>
              </p:nvSpPr>
              <p:spPr>
                <a:xfrm>
                  <a:off x="2637" y="1346"/>
                  <a:ext cx="993" cy="99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C5C5C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2" name="椭圆 51"/>
              <p:cNvSpPr/>
              <p:nvPr/>
            </p:nvSpPr>
            <p:spPr bwMode="auto">
              <a:xfrm>
                <a:off x="644506" y="1229804"/>
                <a:ext cx="764046" cy="734059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+mn-ea"/>
                    <a:cs typeface="Tahoma" panose="020B0604030504040204" pitchFamily="34" charset="0"/>
                  </a:rPr>
                  <a:t>3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ahoma" panose="020B0604030504040204" pitchFamily="34" charset="0"/>
                  <a:ea typeface="+mn-ea"/>
                  <a:cs typeface="Tahoma" panose="020B0604030504040204" pitchFamily="34" charset="0"/>
                </a:endParaRPr>
              </a:p>
            </p:txBody>
          </p:sp>
        </p:grpSp>
      </p:grpSp>
      <p:grpSp>
        <p:nvGrpSpPr>
          <p:cNvPr id="3" name="组合 4"/>
          <p:cNvGrpSpPr/>
          <p:nvPr/>
        </p:nvGrpSpPr>
        <p:grpSpPr>
          <a:xfrm>
            <a:off x="1043623" y="4725670"/>
            <a:ext cx="7056437" cy="879475"/>
            <a:chOff x="1074461" y="3629800"/>
            <a:chExt cx="7056714" cy="877923"/>
          </a:xfrm>
        </p:grpSpPr>
        <p:sp>
          <p:nvSpPr>
            <p:cNvPr id="4" name="Rectangle 43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2157179" y="3859582"/>
              <a:ext cx="5973996" cy="6440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/>
                      </a:gs>
                      <a:gs pos="50000">
                        <a:schemeClr val="bg1"/>
                      </a:gs>
                      <a:gs pos="100000">
                        <a:schemeClr val="accent1"/>
                      </a:gs>
                    </a:gsLst>
                    <a:lin ang="54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342900" marR="0" lvl="0" indent="-3429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结束</a:t>
              </a:r>
            </a:p>
          </p:txBody>
        </p:sp>
        <p:grpSp>
          <p:nvGrpSpPr>
            <p:cNvPr id="5" name="组合 42"/>
            <p:cNvGrpSpPr/>
            <p:nvPr/>
          </p:nvGrpSpPr>
          <p:grpSpPr>
            <a:xfrm>
              <a:off x="1074461" y="3629800"/>
              <a:ext cx="950051" cy="877923"/>
              <a:chOff x="492997" y="1075895"/>
              <a:chExt cx="1039031" cy="1031586"/>
            </a:xfrm>
          </p:grpSpPr>
          <p:grpSp>
            <p:nvGrpSpPr>
              <p:cNvPr id="6" name="Group 48"/>
              <p:cNvGrpSpPr/>
              <p:nvPr/>
            </p:nvGrpSpPr>
            <p:grpSpPr>
              <a:xfrm>
                <a:off x="492997" y="1075895"/>
                <a:ext cx="1039031" cy="1031586"/>
                <a:chOff x="2508" y="1231"/>
                <a:chExt cx="1223" cy="1240"/>
              </a:xfrm>
            </p:grpSpPr>
            <p:sp>
              <p:nvSpPr>
                <p:cNvPr id="7" name="Oval 49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2508" y="1231"/>
                  <a:ext cx="1122" cy="1240"/>
                </a:xfrm>
                <a:prstGeom prst="ellipse">
                  <a:avLst/>
                </a:prstGeom>
                <a:solidFill>
                  <a:srgbClr val="808080"/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" name="Oval 50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2541" y="1256"/>
                  <a:ext cx="1190" cy="119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8F8F8"/>
                    </a:gs>
                    <a:gs pos="100000">
                      <a:srgbClr val="414141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" name="Oval 51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2590" y="1305"/>
                  <a:ext cx="1092" cy="1092"/>
                </a:xfrm>
                <a:prstGeom prst="ellipse">
                  <a:avLst/>
                </a:prstGeom>
                <a:solidFill>
                  <a:schemeClr val="accent2">
                    <a:alpha val="25098"/>
                  </a:scheme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2" name="Oval 52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2623" y="1330"/>
                  <a:ext cx="1026" cy="1026"/>
                </a:xfrm>
                <a:prstGeom prst="ellipse">
                  <a:avLst/>
                </a:prstGeom>
                <a:solidFill>
                  <a:srgbClr val="808080">
                    <a:alpha val="30196"/>
                  </a:srgbClr>
                </a:soli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3" name="Oval 53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2637" y="1346"/>
                  <a:ext cx="993" cy="99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C5C5C"/>
                    </a:gs>
                    <a:gs pos="100000">
                      <a:srgbClr val="FFFFFF"/>
                    </a:gs>
                  </a:gsLst>
                  <a:lin ang="5400000" scaled="1"/>
                  <a:tileRect/>
                </a:gradFill>
                <a:ln w="9525">
                  <a:noFill/>
                </a:ln>
              </p:spPr>
              <p:txBody>
                <a:bodyPr wrap="none" anchor="ctr"/>
                <a:lstStyle/>
                <a:p>
                  <a:endParaRPr lang="zh-CN" altLang="en-US" sz="1800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14" name="椭圆 13"/>
              <p:cNvSpPr/>
              <p:nvPr>
                <p:custDataLst>
                  <p:tags r:id="rId2"/>
                </p:custDataLst>
              </p:nvPr>
            </p:nvSpPr>
            <p:spPr bwMode="auto">
              <a:xfrm>
                <a:off x="644506" y="1229804"/>
                <a:ext cx="764046" cy="734059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Tahoma" panose="020B0604030504040204" pitchFamily="34" charset="0"/>
                    <a:ea typeface="+mn-ea"/>
                    <a:cs typeface="Tahoma" panose="020B0604030504040204" pitchFamily="34" charset="0"/>
                  </a:rPr>
                  <a:t>4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ahoma" panose="020B0604030504040204" pitchFamily="34" charset="0"/>
                  <a:ea typeface="+mn-ea"/>
                  <a:cs typeface="Tahoma" panose="020B060403050404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numpy.array(object,dtype=None)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object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array_like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list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tuple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都属于此类型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list/tuple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有嵌套，则生成多维数组</a:t>
            </a:r>
          </a:p>
          <a:p>
            <a:pPr marL="914400" lvl="1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dtype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：指定数组元素的数据类型。可选参数</a:t>
            </a: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3682365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ndarray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的创建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88A49FD2-F0E7-7E2A-C5A5-72F24EFB5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011438"/>
              </p:ext>
            </p:extLst>
          </p:nvPr>
        </p:nvGraphicFramePr>
        <p:xfrm>
          <a:off x="432000" y="1917000"/>
          <a:ext cx="8280000" cy="251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405857485"/>
                    </a:ext>
                  </a:extLst>
                </a:gridCol>
                <a:gridCol w="7200000">
                  <a:extLst>
                    <a:ext uri="{9D8B030D-6E8A-4147-A177-3AD203B41FA5}">
                      <a16:colId xmlns:a16="http://schemas.microsoft.com/office/drawing/2014/main" val="1370816375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marR="0" indent="0" algn="ctr" defTabSz="9677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00" dirty="0">
                          <a:solidFill>
                            <a:schemeClr val="l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属性名称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677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1" kern="100" dirty="0">
                          <a:solidFill>
                            <a:schemeClr val="lt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属性说明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05595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indent="0" algn="just" defTabSz="9675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baseline="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ndim</a:t>
                      </a:r>
                      <a:endParaRPr lang="zh-CN" altLang="en-US" sz="2000" b="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just" defTabSz="9675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返回</a:t>
                      </a:r>
                      <a:r>
                        <a:rPr 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int</a:t>
                      </a:r>
                      <a:r>
                        <a:rPr lang="zh-CN" alt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，表示数组的维数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166541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indent="0" algn="just" defTabSz="9675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shape</a:t>
                      </a:r>
                      <a:endParaRPr lang="zh-CN" altLang="en-US" sz="2000" b="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just" defTabSz="9675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返回</a:t>
                      </a:r>
                      <a:r>
                        <a:rPr 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tuple</a:t>
                      </a:r>
                      <a:r>
                        <a:rPr lang="zh-CN" alt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，表示数组形状的阵列，对于</a:t>
                      </a:r>
                      <a:r>
                        <a:rPr 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n</a:t>
                      </a:r>
                      <a:r>
                        <a:rPr lang="zh-CN" alt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行</a:t>
                      </a:r>
                      <a:r>
                        <a:rPr 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m</a:t>
                      </a:r>
                      <a:r>
                        <a:rPr lang="zh-CN" alt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列的矩阵，形状为</a:t>
                      </a:r>
                      <a:r>
                        <a:rPr 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(</a:t>
                      </a:r>
                      <a:r>
                        <a:rPr lang="en-US" sz="2000" b="0" kern="1200" baseline="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n,m</a:t>
                      </a:r>
                      <a:r>
                        <a:rPr 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)</a:t>
                      </a:r>
                      <a:endParaRPr lang="zh-CN" altLang="en-US" sz="2000" b="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0272167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indent="0" algn="just" defTabSz="9675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size</a:t>
                      </a:r>
                      <a:endParaRPr lang="zh-CN" altLang="en-US" sz="2000" b="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just" defTabSz="9675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返回</a:t>
                      </a:r>
                      <a:r>
                        <a:rPr 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int</a:t>
                      </a:r>
                      <a:r>
                        <a:rPr lang="zh-CN" alt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，表示数组的元素总数，等于数组形状的乘积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1758271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indent="0" algn="just" defTabSz="9675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dtype</a:t>
                      </a:r>
                      <a:endParaRPr lang="zh-CN" altLang="en-US" sz="2000" b="0" kern="1200" baseline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just" defTabSz="9675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返回</a:t>
                      </a:r>
                      <a:r>
                        <a:rPr 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data-type</a:t>
                      </a:r>
                      <a:r>
                        <a:rPr lang="zh-CN" altLang="en-US" sz="2000" b="0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，表示数组中元素的数据类型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477461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中的列表或者元组构造数组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中的特定函数构造有着特定内容的数组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从已有数组复制、连接和变换得到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从硬盘中读取</a:t>
            </a: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5714365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典型的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ndarray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生成方式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733425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根据python列表/元组构造数组</a:t>
            </a: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490855" y="1438910"/>
            <a:ext cx="359092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6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生成数组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6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一维数组和多维数组的构造与预期相同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284345" y="948055"/>
            <a:ext cx="4055110" cy="25323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39750" y="3717290"/>
            <a:ext cx="8164195" cy="21990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373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元素的数据类型</a:t>
            </a:r>
          </a:p>
        </p:txBody>
      </p:sp>
      <p:graphicFrame>
        <p:nvGraphicFramePr>
          <p:cNvPr id="7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59565" y="1363344"/>
          <a:ext cx="5760000" cy="4153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430"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类型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just"/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bool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用一位存储的布尔类型（值为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False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just"/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inti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由所在平台决定其精度的整数（一般为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int32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int64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just"/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int8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整数，范围为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128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127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just"/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int16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整数，范围为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32 768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32 767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just"/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int32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整数，范围为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500" kern="0" baseline="30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500" kern="0" baseline="30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just"/>
                      <a:r>
                        <a:rPr lang="en-US" sz="15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int64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整数，范围为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500" kern="0" baseline="30000" dirty="0"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63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500" kern="0" baseline="30000" dirty="0"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63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just"/>
                      <a:r>
                        <a:rPr lang="en-US" sz="15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uint8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无符号整数，范围为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255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just"/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uint16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无符号整数，范围为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65 535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just"/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uint32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无符号整数，范围为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500" kern="0" baseline="30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71404" y="1438848"/>
          <a:ext cx="6660000" cy="431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类型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描述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just"/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uint64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无符号整数，范围为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500" kern="0" baseline="30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just"/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float16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半精度浮点数（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位），其中用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位表示正负号，用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位表示指数，用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位表示尾数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just"/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float32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单精度浮点数（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位），其中用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位表示正负号，用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位表示指数，用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位表示尾数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just"/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float64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float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双精度浮点数（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位），其中用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位表示正负号，用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位表示指数，用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52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位表示尾数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just"/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complex64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复数，分别用两个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位浮点数表示实部和虚部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just"/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complex128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complex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复数，分别用两个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位浮点数表示实部和虚部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just"/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uint32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无符号整数，范围为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500" kern="0" baseline="30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lang="en-US" sz="15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046480"/>
            <a:ext cx="4441185" cy="312229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arange(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start,end,step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生成数组，从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start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开始，到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结束（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不包括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），步长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step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3"/>
              </a:buBlip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200"/>
            <a:ext cx="711284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4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中的特定函数构造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152ACEC-AEEF-0794-BDC2-1D276F16A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3065781"/>
            <a:ext cx="5068464" cy="7078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701" name="矩形 1"/>
              <p:cNvSpPr/>
              <p:nvPr/>
            </p:nvSpPr>
            <p:spPr>
              <a:xfrm>
                <a:off x="314325" y="973014"/>
                <a:ext cx="5985867" cy="27298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noAutofit/>
              </a:bodyPr>
              <a:lstStyle/>
              <a:p>
                <a:pPr marL="457200" indent="-457200" algn="l" fontAlgn="auto">
                  <a:lnSpc>
                    <a:spcPts val="4000"/>
                  </a:lnSpc>
                  <a:buBlip>
                    <a:blip r:embed="rId4"/>
                  </a:buBlip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linspace(start,end,num)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：生成数组，包含从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start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end(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包含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num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个元素，元素平均排列</a:t>
                </a:r>
              </a:p>
              <a:p>
                <a:pPr marL="457200" indent="-457200">
                  <a:lnSpc>
                    <a:spcPts val="4000"/>
                  </a:lnSpc>
                  <a:buBlip>
                    <a:blip r:embed="rId4"/>
                  </a:buBlip>
                </a:pPr>
                <a:r>
                  <a:rPr lang="en-US" altLang="zh-CN" sz="24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numpy.logspace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(start, stop, num=50, endpoint=True, base=10.0, </a:t>
                </a:r>
                <a:r>
                  <a:rPr lang="en-US" altLang="zh-CN" sz="2400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dtype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=None, axis=0)</a:t>
                </a:r>
                <a:endParaRPr lang="zh-CN" altLang="en-US" sz="2400" i="1" dirty="0"/>
              </a:p>
              <a:p>
                <a:pPr marL="457200" indent="-457200">
                  <a:lnSpc>
                    <a:spcPts val="4000"/>
                  </a:lnSpc>
                  <a:buBlip>
                    <a:blip r:embed="rId4"/>
                  </a:buBlip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：生成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数组，元素包含从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𝑏𝑎𝑠𝑒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𝑠𝑡𝑎𝑟𝑡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𝑏𝑎𝑠𝑒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𝑒𝑛𝑑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的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num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个元素，</a:t>
                </a:r>
                <a:r>
                  <a:rPr lang="zh-CN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它创建的是等比数列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.endpoint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默认是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True,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如果是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False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那么就不包含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stop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这个值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9701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25" y="973014"/>
                <a:ext cx="5985867" cy="2729865"/>
              </a:xfrm>
              <a:prstGeom prst="rect">
                <a:avLst/>
              </a:prstGeom>
              <a:blipFill>
                <a:blip r:embed="rId5"/>
                <a:stretch>
                  <a:fillRect r="-3178" b="-92593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6820535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linspace()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和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logspace()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函数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940152" y="2189674"/>
            <a:ext cx="3005455" cy="15132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701" name="矩形 1"/>
              <p:cNvSpPr/>
              <p:nvPr/>
            </p:nvSpPr>
            <p:spPr>
              <a:xfrm>
                <a:off x="490855" y="1438910"/>
                <a:ext cx="7775575" cy="27298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noAutofit/>
              </a:bodyPr>
              <a:lstStyle/>
              <a:p>
                <a:pPr marL="457200" indent="-457200" algn="l" fontAlgn="auto">
                  <a:lnSpc>
                    <a:spcPts val="4000"/>
                  </a:lnSpc>
                  <a:buBlip>
                    <a:blip r:embed="rId3"/>
                  </a:buBlip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numpy.eye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(m)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：生成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维的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m*m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数组，对角线部分为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，其他部分为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 algn="l" fontAlgn="auto">
                  <a:lnSpc>
                    <a:spcPts val="4000"/>
                  </a:lnSpc>
                  <a:buBlip>
                    <a:blip r:embed="rId3"/>
                  </a:buBlip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numpy.eye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(m,n)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：生成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2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维的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m*n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数组，不必为方阵</a:t>
                </a:r>
              </a:p>
              <a:p>
                <a:pPr marL="457200" indent="-457200" algn="l" fontAlgn="auto">
                  <a:lnSpc>
                    <a:spcPts val="4000"/>
                  </a:lnSpc>
                  <a:buBlip>
                    <a:blip r:embed="rId3"/>
                  </a:buBlip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numpy.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zeros(m)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：生成一维内容全为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0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的数组</a:t>
                </a:r>
              </a:p>
              <a:p>
                <a:pPr marL="914400" lvl="1" indent="-457200" algn="l" fontAlgn="auto">
                  <a:lnSpc>
                    <a:spcPts val="4000"/>
                  </a:lnSpc>
                  <a:buBlip>
                    <a:blip r:embed="rId3"/>
                  </a:buBlip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numpy.zeros(lst)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𝑙𝑠𝑡</m:t>
                    </m:r>
                    <m:r>
                      <a:rPr lang="en-US" altLang="zh-CN" sz="24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[</m:t>
                        </m:r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...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𝑛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]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为一个列表，生成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∗...∗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的</a:t>
                </a:r>
                <a:r>
                  <a:rPr lang="en-US" altLang="zh-CN" sz="24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n</a:t>
                </a:r>
                <a:r>
                  <a:rPr lang="zh-CN" altLang="en-US" sz="24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维数组，且内容全为</a:t>
                </a:r>
                <a:r>
                  <a:rPr lang="en-US" altLang="zh-CN" sz="24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0</a:t>
                </a:r>
              </a:p>
            </p:txBody>
          </p:sp>
        </mc:Choice>
        <mc:Fallback xmlns="">
          <p:sp>
            <p:nvSpPr>
              <p:cNvPr id="29701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55" y="1438910"/>
                <a:ext cx="7775575" cy="2729865"/>
              </a:xfrm>
              <a:prstGeom prst="rect">
                <a:avLst/>
              </a:prstGeom>
              <a:blipFill>
                <a:blip r:embed="rId4"/>
                <a:stretch>
                  <a:fillRect b="-36574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4754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生成特定数组的函数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9701" name="矩形 1"/>
              <p:cNvSpPr/>
              <p:nvPr/>
            </p:nvSpPr>
            <p:spPr>
              <a:xfrm>
                <a:off x="490855" y="1438910"/>
                <a:ext cx="7775575" cy="27298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noAutofit/>
              </a:bodyPr>
              <a:lstStyle/>
              <a:p>
                <a:pPr marL="457200" indent="-457200" algn="l" fontAlgn="auto">
                  <a:lnSpc>
                    <a:spcPts val="4000"/>
                  </a:lnSpc>
                  <a:buBlip>
                    <a:blip r:embed="rId3"/>
                  </a:buBlip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numpy.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ones(m)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：生成一维内容全为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的数组</a:t>
                </a:r>
              </a:p>
              <a:p>
                <a:pPr marL="914400" lvl="1" indent="-457200" algn="l" fontAlgn="auto">
                  <a:lnSpc>
                    <a:spcPts val="4000"/>
                  </a:lnSpc>
                  <a:buBlip>
                    <a:blip r:embed="rId3"/>
                  </a:buBlip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numpy.ones(lst)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𝑙𝑠𝑡</m:t>
                    </m:r>
                    <m:r>
                      <a:rPr lang="en-US" altLang="zh-CN" sz="24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=[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…,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𝑛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]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为一个列表，生成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∗...∗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的</a:t>
                </a:r>
                <a:r>
                  <a:rPr lang="en-US" altLang="zh-CN" sz="24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n</a:t>
                </a:r>
                <a:r>
                  <a:rPr lang="zh-CN" altLang="en-US" sz="24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维数组，且内容全为</a:t>
                </a:r>
                <a:r>
                  <a:rPr lang="en-US" altLang="zh-CN" sz="24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1</a:t>
                </a:r>
              </a:p>
              <a:p>
                <a:pPr marL="457200" indent="-457200" algn="l" fontAlgn="auto">
                  <a:lnSpc>
                    <a:spcPts val="4000"/>
                  </a:lnSpc>
                  <a:buBlip>
                    <a:blip r:embed="rId3"/>
                  </a:buBlip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numpy.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diag(arr)</a:t>
                </a:r>
              </a:p>
              <a:p>
                <a:pPr marL="914400" lvl="1" indent="-457200" algn="l" fontAlgn="auto">
                  <a:lnSpc>
                    <a:spcPts val="4000"/>
                  </a:lnSpc>
                  <a:buBlip>
                    <a:blip r:embed="rId3"/>
                  </a:buBlip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参数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arr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为一个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m*n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二维数组，返回值为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arr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数组的对角线内容。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arr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不必为方阵</a:t>
                </a:r>
              </a:p>
              <a:p>
                <a:pPr marL="914400" lvl="1" indent="-457200" algn="l" fontAlgn="auto">
                  <a:lnSpc>
                    <a:spcPts val="4000"/>
                  </a:lnSpc>
                  <a:buBlip>
                    <a:blip r:embed="rId3"/>
                  </a:buBlip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如果参数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arr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为一个一维数组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𝑎𝑟𝑟</m:t>
                    </m:r>
                    <m:r>
                      <a:rPr lang="en-US" altLang="zh-CN" sz="24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[</m:t>
                        </m:r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…,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𝑛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]</m:t>
                    </m:r>
                  </m:oMath>
                </a14:m>
                <a:r>
                  <a:rPr lang="zh-CN" altLang="en-US" sz="24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，则返回值为方阵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为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n*n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方阵，对角线处依次为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  <a:sym typeface="+mn-ea"/>
                      </a:rPr>
                      <m:t>...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𝑎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  <a:sym typeface="+mn-ea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，其他部分为</a:t>
                </a:r>
                <a:r>
                  <a:rPr lang="en-US" altLang="zh-CN" sz="2400" dirty="0">
                    <a:latin typeface="Cambria Math" panose="02040503050406030204" charset="0"/>
                    <a:ea typeface="微软雅黑" panose="020B0503020204020204" pitchFamily="34" charset="-122"/>
                    <a:cs typeface="Cambria Math" panose="02040503050406030204" charset="0"/>
                    <a:sym typeface="+mn-ea"/>
                  </a:rPr>
                  <a:t>0</a:t>
                </a:r>
              </a:p>
              <a:p>
                <a:pPr marL="457200" indent="-457200" algn="l" fontAlgn="auto">
                  <a:lnSpc>
                    <a:spcPts val="4000"/>
                  </a:lnSpc>
                  <a:buBlip>
                    <a:blip r:embed="rId3"/>
                  </a:buBlip>
                </a:pP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9701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55" y="1438910"/>
                <a:ext cx="7775575" cy="2729865"/>
              </a:xfrm>
              <a:prstGeom prst="rect">
                <a:avLst/>
              </a:prstGeom>
              <a:blipFill>
                <a:blip r:embed="rId4"/>
                <a:stretch>
                  <a:fillRect r="-5220" b="-73611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70" name="矩形 2"/>
          <p:cNvSpPr>
            <a:spLocks noChangeArrowheads="1"/>
          </p:cNvSpPr>
          <p:nvPr/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例子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99450" y="1124744"/>
            <a:ext cx="4860651" cy="449729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754E74C-A970-DB70-9D23-BEA635501B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628800"/>
            <a:ext cx="4276150" cy="426507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8D5EFF1-F2A2-7B21-832A-BE8C85BE6A19}"/>
              </a:ext>
            </a:extLst>
          </p:cNvPr>
          <p:cNvSpPr txBox="1"/>
          <p:nvPr/>
        </p:nvSpPr>
        <p:spPr>
          <a:xfrm>
            <a:off x="107504" y="908720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import </a:t>
            </a:r>
            <a:r>
              <a:rPr kumimoji="1" lang="en-US" altLang="zh-CN" dirty="0" err="1"/>
              <a:t>numpy</a:t>
            </a:r>
            <a:r>
              <a:rPr kumimoji="1" lang="en-US" altLang="zh-CN" dirty="0"/>
              <a:t> as np</a:t>
            </a:r>
          </a:p>
          <a:p>
            <a:r>
              <a:rPr kumimoji="1" lang="en-US" altLang="zh-CN" dirty="0"/>
              <a:t>#</a:t>
            </a:r>
            <a:r>
              <a:rPr kumimoji="1" lang="en-US" altLang="zh-CN" dirty="0" err="1"/>
              <a:t>eye,zeros,ones,diag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计算两个矩阵（数组形式）乘法时，使用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@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符号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numpy.transpose(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：返回矩阵的转置</a:t>
            </a:r>
          </a:p>
          <a:p>
            <a:pPr marL="457200" indent="-457200" algn="l" fontAlgn="auto">
              <a:lnSpc>
                <a:spcPts val="4000"/>
              </a:lnSpc>
              <a:buBlip>
                <a:blip r:embed="rId4"/>
              </a:buBlip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15938" y="76765"/>
            <a:ext cx="2214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矩阵操作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1"/>
          <p:cNvSpPr/>
          <p:nvPr/>
        </p:nvSpPr>
        <p:spPr>
          <a:xfrm>
            <a:off x="490855" y="1438910"/>
            <a:ext cx="7775575" cy="272986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marL="457200" indent="-457200" algn="l" fontAlgn="auto">
              <a:lnSpc>
                <a:spcPts val="4000"/>
              </a:lnSpc>
              <a:buBlip>
                <a:blip r:embed="rId6"/>
              </a:buBlip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15938" y="76765"/>
            <a:ext cx="119888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  <a:scene3d>
              <a:camera prst="orthographicFront"/>
              <a:lightRig rig="threePt" dir="t"/>
            </a:scene3d>
            <a:sp3d>
              <a:bevelT w="0"/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例子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11505" y="1125220"/>
            <a:ext cx="2541905" cy="15132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90855" y="3717290"/>
            <a:ext cx="8164195" cy="20574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8e4c6b1-0eca-4caf-bbb3-feedc2ea1ffe"/>
  <p:tag name="COMMONDATA" val="eyJoZGlkIjoiNGM3YWE1NjcxYmY2YzI4OWVhMGNlZmI4MGYyOGM3Mz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1162</Words>
  <Application>Microsoft Macintosh PowerPoint</Application>
  <PresentationFormat>全屏显示(4:3)</PresentationFormat>
  <Paragraphs>143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仿宋</vt:lpstr>
      <vt:lpstr>华文细黑</vt:lpstr>
      <vt:lpstr>宋体</vt:lpstr>
      <vt:lpstr>微软雅黑</vt:lpstr>
      <vt:lpstr>Arial</vt:lpstr>
      <vt:lpstr>Calibri</vt:lpstr>
      <vt:lpstr>Cambria Math</vt:lpstr>
      <vt:lpstr>Tahoma</vt:lpstr>
      <vt:lpstr>Times New Roman</vt:lpstr>
      <vt:lpstr>1_自定义设计方案</vt:lpstr>
      <vt:lpstr>2_自定义设计方案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lights</dc:creator>
  <cp:lastModifiedBy>Microsoft Office User</cp:lastModifiedBy>
  <cp:revision>754</cp:revision>
  <dcterms:created xsi:type="dcterms:W3CDTF">2018-02-22T15:34:00Z</dcterms:created>
  <dcterms:modified xsi:type="dcterms:W3CDTF">2025-09-28T11:45:07Z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2052-12.1.0.15374</vt:lpwstr>
  </property>
  <property fmtid="{D5CDD505-2E9C-101B-9397-08002B2CF9AE}" pid="3" name="ICV">
    <vt:lpwstr>DBDD535AF63549EE90DA37CFC6114733_12</vt:lpwstr>
  </property>
</Properties>
</file>