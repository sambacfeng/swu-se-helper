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21.xml" ContentType="application/vnd.openxmlformats-officedocument.presentationml.tags+xml"/>
  <Override PartName="/ppt/notesSlides/notesSlide14.xml" ContentType="application/vnd.openxmlformats-officedocument.presentationml.notesSlide+xml"/>
  <Override PartName="/ppt/tags/tag22.xml" ContentType="application/vnd.openxmlformats-officedocument.presentationml.tags+xml"/>
  <Override PartName="/ppt/notesSlides/notesSlide15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5.xml" ContentType="application/vnd.openxmlformats-officedocument.presentationml.tags+xml"/>
  <Override PartName="/ppt/notesSlides/notesSlide19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2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44.xml" ContentType="application/vnd.openxmlformats-officedocument.presentationml.notesSlide+xml"/>
  <Override PartName="/ppt/tags/tag43.xml" ContentType="application/vnd.openxmlformats-officedocument.presentationml.tags+xml"/>
  <Override PartName="/ppt/notesSlides/notesSlide45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51.xml" ContentType="application/vnd.openxmlformats-officedocument.presentationml.notesSlide+xml"/>
  <Override PartName="/ppt/tags/tag53.xml" ContentType="application/vnd.openxmlformats-officedocument.presentationml.tags+xml"/>
  <Override PartName="/ppt/notesSlides/notesSlide52.xml" ContentType="application/vnd.openxmlformats-officedocument.presentationml.notesSlide+xml"/>
  <Override PartName="/ppt/tags/tag54.xml" ContentType="application/vnd.openxmlformats-officedocument.presentationml.tags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63" r:id="rId2"/>
  </p:sldMasterIdLst>
  <p:notesMasterIdLst>
    <p:notesMasterId r:id="rId56"/>
  </p:notesMasterIdLst>
  <p:handoutMasterIdLst>
    <p:handoutMasterId r:id="rId57"/>
  </p:handoutMasterIdLst>
  <p:sldIdLst>
    <p:sldId id="629" r:id="rId3"/>
    <p:sldId id="417" r:id="rId4"/>
    <p:sldId id="490" r:id="rId5"/>
    <p:sldId id="491" r:id="rId6"/>
    <p:sldId id="465" r:id="rId7"/>
    <p:sldId id="418" r:id="rId8"/>
    <p:sldId id="419" r:id="rId9"/>
    <p:sldId id="420" r:id="rId10"/>
    <p:sldId id="421" r:id="rId11"/>
    <p:sldId id="422" r:id="rId12"/>
    <p:sldId id="423" r:id="rId13"/>
    <p:sldId id="424" r:id="rId14"/>
    <p:sldId id="425" r:id="rId15"/>
    <p:sldId id="427" r:id="rId16"/>
    <p:sldId id="426" r:id="rId17"/>
    <p:sldId id="428" r:id="rId18"/>
    <p:sldId id="429" r:id="rId19"/>
    <p:sldId id="430" r:id="rId20"/>
    <p:sldId id="431" r:id="rId21"/>
    <p:sldId id="630" r:id="rId22"/>
    <p:sldId id="432" r:id="rId23"/>
    <p:sldId id="518" r:id="rId24"/>
    <p:sldId id="519" r:id="rId25"/>
    <p:sldId id="521" r:id="rId26"/>
    <p:sldId id="520" r:id="rId27"/>
    <p:sldId id="522" r:id="rId28"/>
    <p:sldId id="523" r:id="rId29"/>
    <p:sldId id="524" r:id="rId30"/>
    <p:sldId id="528" r:id="rId31"/>
    <p:sldId id="529" r:id="rId32"/>
    <p:sldId id="530" r:id="rId33"/>
    <p:sldId id="511" r:id="rId34"/>
    <p:sldId id="512" r:id="rId35"/>
    <p:sldId id="513" r:id="rId36"/>
    <p:sldId id="514" r:id="rId37"/>
    <p:sldId id="515" r:id="rId38"/>
    <p:sldId id="516" r:id="rId39"/>
    <p:sldId id="517" r:id="rId40"/>
    <p:sldId id="433" r:id="rId41"/>
    <p:sldId id="614" r:id="rId42"/>
    <p:sldId id="631" r:id="rId43"/>
    <p:sldId id="615" r:id="rId44"/>
    <p:sldId id="617" r:id="rId45"/>
    <p:sldId id="618" r:id="rId46"/>
    <p:sldId id="619" r:id="rId47"/>
    <p:sldId id="621" r:id="rId48"/>
    <p:sldId id="622" r:id="rId49"/>
    <p:sldId id="623" r:id="rId50"/>
    <p:sldId id="624" r:id="rId51"/>
    <p:sldId id="632" r:id="rId52"/>
    <p:sldId id="625" r:id="rId53"/>
    <p:sldId id="626" r:id="rId54"/>
    <p:sldId id="628" r:id="rId55"/>
  </p:sldIdLst>
  <p:sldSz cx="9144000" cy="6858000" type="screen4x3"/>
  <p:notesSz cx="6858000" cy="9144000"/>
  <p:custDataLst>
    <p:tags r:id="rId5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7" userDrawn="1">
          <p15:clr>
            <a:srgbClr val="A4A3A4"/>
          </p15:clr>
        </p15:guide>
        <p15:guide id="2" pos="29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mx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8099" autoAdjust="0"/>
  </p:normalViewPr>
  <p:slideViewPr>
    <p:cSldViewPr showGuides="1">
      <p:cViewPr varScale="1">
        <p:scale>
          <a:sx n="90" d="100"/>
          <a:sy n="90" d="100"/>
        </p:scale>
        <p:origin x="2184" y="192"/>
      </p:cViewPr>
      <p:guideLst>
        <p:guide orient="horz" pos="2117"/>
        <p:guide pos="29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gs" Target="tags/tag1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64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longlin" userId="65e6c6b7-2d31-4c1d-9ef2-3b9132fd9160" providerId="ADAL" clId="{AEDAE8DB-5437-4843-9A46-83C4F5041F82}"/>
    <pc:docChg chg="modSld">
      <pc:chgData name="longlonglin" userId="65e6c6b7-2d31-4c1d-9ef2-3b9132fd9160" providerId="ADAL" clId="{AEDAE8DB-5437-4843-9A46-83C4F5041F82}" dt="2024-10-31T14:28:43.413" v="161" actId="20577"/>
      <pc:docMkLst>
        <pc:docMk/>
      </pc:docMkLst>
      <pc:sldChg chg="modSp mod">
        <pc:chgData name="longlonglin" userId="65e6c6b7-2d31-4c1d-9ef2-3b9132fd9160" providerId="ADAL" clId="{AEDAE8DB-5437-4843-9A46-83C4F5041F82}" dt="2024-10-31T14:03:26.845" v="64" actId="14100"/>
        <pc:sldMkLst>
          <pc:docMk/>
          <pc:sldMk cId="0" sldId="425"/>
        </pc:sldMkLst>
        <pc:spChg chg="mod">
          <ac:chgData name="longlonglin" userId="65e6c6b7-2d31-4c1d-9ef2-3b9132fd9160" providerId="ADAL" clId="{AEDAE8DB-5437-4843-9A46-83C4F5041F82}" dt="2024-10-31T14:03:26.845" v="64" actId="14100"/>
          <ac:spMkLst>
            <pc:docMk/>
            <pc:sldMk cId="0" sldId="425"/>
            <ac:spMk id="29701" creationId="{00000000-0000-0000-0000-000000000000}"/>
          </ac:spMkLst>
        </pc:spChg>
      </pc:sldChg>
      <pc:sldChg chg="modSp mod">
        <pc:chgData name="longlonglin" userId="65e6c6b7-2d31-4c1d-9ef2-3b9132fd9160" providerId="ADAL" clId="{AEDAE8DB-5437-4843-9A46-83C4F5041F82}" dt="2024-10-31T14:06:01.555" v="90" actId="20577"/>
        <pc:sldMkLst>
          <pc:docMk/>
          <pc:sldMk cId="0" sldId="427"/>
        </pc:sldMkLst>
        <pc:spChg chg="mod">
          <ac:chgData name="longlonglin" userId="65e6c6b7-2d31-4c1d-9ef2-3b9132fd9160" providerId="ADAL" clId="{AEDAE8DB-5437-4843-9A46-83C4F5041F82}" dt="2024-10-31T14:06:01.555" v="90" actId="20577"/>
          <ac:spMkLst>
            <pc:docMk/>
            <pc:sldMk cId="0" sldId="427"/>
            <ac:spMk id="29701" creationId="{00000000-0000-0000-0000-000000000000}"/>
          </ac:spMkLst>
        </pc:spChg>
      </pc:sldChg>
      <pc:sldChg chg="modSp mod">
        <pc:chgData name="longlonglin" userId="65e6c6b7-2d31-4c1d-9ef2-3b9132fd9160" providerId="ADAL" clId="{AEDAE8DB-5437-4843-9A46-83C4F5041F82}" dt="2024-10-31T14:15:30.420" v="109" actId="20577"/>
        <pc:sldMkLst>
          <pc:docMk/>
          <pc:sldMk cId="0" sldId="529"/>
        </pc:sldMkLst>
        <pc:spChg chg="mod">
          <ac:chgData name="longlonglin" userId="65e6c6b7-2d31-4c1d-9ef2-3b9132fd9160" providerId="ADAL" clId="{AEDAE8DB-5437-4843-9A46-83C4F5041F82}" dt="2024-10-31T14:15:30.420" v="109" actId="20577"/>
          <ac:spMkLst>
            <pc:docMk/>
            <pc:sldMk cId="0" sldId="529"/>
            <ac:spMk id="29701" creationId="{00000000-0000-0000-0000-000000000000}"/>
          </ac:spMkLst>
        </pc:spChg>
      </pc:sldChg>
      <pc:sldChg chg="modSp mod">
        <pc:chgData name="longlonglin" userId="65e6c6b7-2d31-4c1d-9ef2-3b9132fd9160" providerId="ADAL" clId="{AEDAE8DB-5437-4843-9A46-83C4F5041F82}" dt="2024-10-31T14:28:28.346" v="156" actId="14100"/>
        <pc:sldMkLst>
          <pc:docMk/>
          <pc:sldMk cId="0" sldId="621"/>
        </pc:sldMkLst>
        <pc:spChg chg="mod">
          <ac:chgData name="longlonglin" userId="65e6c6b7-2d31-4c1d-9ef2-3b9132fd9160" providerId="ADAL" clId="{AEDAE8DB-5437-4843-9A46-83C4F5041F82}" dt="2024-10-31T14:28:28.346" v="156" actId="14100"/>
          <ac:spMkLst>
            <pc:docMk/>
            <pc:sldMk cId="0" sldId="621"/>
            <ac:spMk id="4" creationId="{09721D56-B862-2514-D887-8EB7C075F2CC}"/>
          </ac:spMkLst>
        </pc:spChg>
      </pc:sldChg>
      <pc:sldChg chg="modSp mod">
        <pc:chgData name="longlonglin" userId="65e6c6b7-2d31-4c1d-9ef2-3b9132fd9160" providerId="ADAL" clId="{AEDAE8DB-5437-4843-9A46-83C4F5041F82}" dt="2024-10-31T14:28:43.413" v="161" actId="20577"/>
        <pc:sldMkLst>
          <pc:docMk/>
          <pc:sldMk cId="0" sldId="622"/>
        </pc:sldMkLst>
        <pc:spChg chg="mod">
          <ac:chgData name="longlonglin" userId="65e6c6b7-2d31-4c1d-9ef2-3b9132fd9160" providerId="ADAL" clId="{AEDAE8DB-5437-4843-9A46-83C4F5041F82}" dt="2024-10-31T14:28:43.413" v="161" actId="20577"/>
          <ac:spMkLst>
            <pc:docMk/>
            <pc:sldMk cId="0" sldId="622"/>
            <ac:spMk id="29701" creationId="{00000000-0000-0000-0000-000000000000}"/>
          </ac:spMkLst>
        </pc:spChg>
      </pc:sldChg>
    </pc:docChg>
  </pc:docChgLst>
  <pc:docChgLst>
    <pc:chgData name="longlonglin" userId="65e6c6b7-2d31-4c1d-9ef2-3b9132fd9160" providerId="ADAL" clId="{6C1878E1-F3F0-8643-84AA-00311DD07374}"/>
    <pc:docChg chg="custSel delSld modSld">
      <pc:chgData name="longlonglin" userId="65e6c6b7-2d31-4c1d-9ef2-3b9132fd9160" providerId="ADAL" clId="{6C1878E1-F3F0-8643-84AA-00311DD07374}" dt="2023-10-08T10:56:43.233" v="209" actId="20577"/>
      <pc:docMkLst>
        <pc:docMk/>
      </pc:docMkLst>
      <pc:sldChg chg="modSp del mod">
        <pc:chgData name="longlonglin" userId="65e6c6b7-2d31-4c1d-9ef2-3b9132fd9160" providerId="ADAL" clId="{6C1878E1-F3F0-8643-84AA-00311DD07374}" dt="2023-10-08T10:36:13.517" v="131" actId="2696"/>
        <pc:sldMkLst>
          <pc:docMk/>
          <pc:sldMk cId="0" sldId="314"/>
        </pc:sldMkLst>
        <pc:spChg chg="mod">
          <ac:chgData name="longlonglin" userId="65e6c6b7-2d31-4c1d-9ef2-3b9132fd9160" providerId="ADAL" clId="{6C1878E1-F3F0-8643-84AA-00311DD07374}" dt="2023-10-04T02:53:27.905" v="129" actId="20577"/>
          <ac:spMkLst>
            <pc:docMk/>
            <pc:sldMk cId="0" sldId="314"/>
            <ac:spMk id="29701" creationId="{00000000-0000-0000-0000-000000000000}"/>
          </ac:spMkLst>
        </pc:spChg>
      </pc:sldChg>
      <pc:sldChg chg="modSp del mod">
        <pc:chgData name="longlonglin" userId="65e6c6b7-2d31-4c1d-9ef2-3b9132fd9160" providerId="ADAL" clId="{6C1878E1-F3F0-8643-84AA-00311DD07374}" dt="2023-10-04T02:54:25.494" v="130" actId="2696"/>
        <pc:sldMkLst>
          <pc:docMk/>
          <pc:sldMk cId="0" sldId="315"/>
        </pc:sldMkLst>
        <pc:spChg chg="mod">
          <ac:chgData name="longlonglin" userId="65e6c6b7-2d31-4c1d-9ef2-3b9132fd9160" providerId="ADAL" clId="{6C1878E1-F3F0-8643-84AA-00311DD07374}" dt="2023-09-28T13:43:45.455" v="84" actId="20577"/>
          <ac:spMkLst>
            <pc:docMk/>
            <pc:sldMk cId="0" sldId="315"/>
            <ac:spMk id="29701" creationId="{00000000-0000-0000-0000-000000000000}"/>
          </ac:spMkLst>
        </pc:spChg>
      </pc:sldChg>
      <pc:sldChg chg="modSp mod">
        <pc:chgData name="longlonglin" userId="65e6c6b7-2d31-4c1d-9ef2-3b9132fd9160" providerId="ADAL" clId="{6C1878E1-F3F0-8643-84AA-00311DD07374}" dt="2023-10-08T10:40:56.616" v="175" actId="20577"/>
        <pc:sldMkLst>
          <pc:docMk/>
          <pc:sldMk cId="0" sldId="379"/>
        </pc:sldMkLst>
        <pc:spChg chg="mod">
          <ac:chgData name="longlonglin" userId="65e6c6b7-2d31-4c1d-9ef2-3b9132fd9160" providerId="ADAL" clId="{6C1878E1-F3F0-8643-84AA-00311DD07374}" dt="2023-10-08T10:40:56.616" v="175" actId="20577"/>
          <ac:spMkLst>
            <pc:docMk/>
            <pc:sldMk cId="0" sldId="379"/>
            <ac:spMk id="29701" creationId="{00000000-0000-0000-0000-000000000000}"/>
          </ac:spMkLst>
        </pc:spChg>
      </pc:sldChg>
      <pc:sldChg chg="modSp mod">
        <pc:chgData name="longlonglin" userId="65e6c6b7-2d31-4c1d-9ef2-3b9132fd9160" providerId="ADAL" clId="{6C1878E1-F3F0-8643-84AA-00311DD07374}" dt="2023-09-28T13:45:37.614" v="95" actId="20577"/>
        <pc:sldMkLst>
          <pc:docMk/>
          <pc:sldMk cId="0" sldId="399"/>
        </pc:sldMkLst>
        <pc:spChg chg="mod">
          <ac:chgData name="longlonglin" userId="65e6c6b7-2d31-4c1d-9ef2-3b9132fd9160" providerId="ADAL" clId="{6C1878E1-F3F0-8643-84AA-00311DD07374}" dt="2023-09-28T13:45:37.614" v="95" actId="20577"/>
          <ac:spMkLst>
            <pc:docMk/>
            <pc:sldMk cId="0" sldId="399"/>
            <ac:spMk id="29701" creationId="{00000000-0000-0000-0000-000000000000}"/>
          </ac:spMkLst>
        </pc:spChg>
      </pc:sldChg>
      <pc:sldChg chg="delSp modSp mod">
        <pc:chgData name="longlonglin" userId="65e6c6b7-2d31-4c1d-9ef2-3b9132fd9160" providerId="ADAL" clId="{6C1878E1-F3F0-8643-84AA-00311DD07374}" dt="2023-09-28T13:48:31.852" v="98"/>
        <pc:sldMkLst>
          <pc:docMk/>
          <pc:sldMk cId="0" sldId="407"/>
        </pc:sldMkLst>
        <pc:spChg chg="del mod">
          <ac:chgData name="longlonglin" userId="65e6c6b7-2d31-4c1d-9ef2-3b9132fd9160" providerId="ADAL" clId="{6C1878E1-F3F0-8643-84AA-00311DD07374}" dt="2023-09-28T13:48:31.852" v="98"/>
          <ac:spMkLst>
            <pc:docMk/>
            <pc:sldMk cId="0" sldId="407"/>
            <ac:spMk id="11270" creationId="{00000000-0000-0000-0000-000000000000}"/>
          </ac:spMkLst>
        </pc:spChg>
      </pc:sldChg>
      <pc:sldChg chg="modSp mod">
        <pc:chgData name="longlonglin" userId="65e6c6b7-2d31-4c1d-9ef2-3b9132fd9160" providerId="ADAL" clId="{6C1878E1-F3F0-8643-84AA-00311DD07374}" dt="2023-10-08T10:51:02.224" v="189" actId="20577"/>
        <pc:sldMkLst>
          <pc:docMk/>
          <pc:sldMk cId="0" sldId="408"/>
        </pc:sldMkLst>
        <pc:spChg chg="mod">
          <ac:chgData name="longlonglin" userId="65e6c6b7-2d31-4c1d-9ef2-3b9132fd9160" providerId="ADAL" clId="{6C1878E1-F3F0-8643-84AA-00311DD07374}" dt="2023-10-08T10:51:02.224" v="189" actId="20577"/>
          <ac:spMkLst>
            <pc:docMk/>
            <pc:sldMk cId="0" sldId="408"/>
            <ac:spMk id="29701" creationId="{00000000-0000-0000-0000-000000000000}"/>
          </ac:spMkLst>
        </pc:spChg>
      </pc:sldChg>
      <pc:sldChg chg="addSp delSp modSp mod">
        <pc:chgData name="longlonglin" userId="65e6c6b7-2d31-4c1d-9ef2-3b9132fd9160" providerId="ADAL" clId="{6C1878E1-F3F0-8643-84AA-00311DD07374}" dt="2023-10-08T10:55:08.607" v="196" actId="20577"/>
        <pc:sldMkLst>
          <pc:docMk/>
          <pc:sldMk cId="0" sldId="410"/>
        </pc:sldMkLst>
        <pc:spChg chg="mod">
          <ac:chgData name="longlonglin" userId="65e6c6b7-2d31-4c1d-9ef2-3b9132fd9160" providerId="ADAL" clId="{6C1878E1-F3F0-8643-84AA-00311DD07374}" dt="2023-10-08T10:52:06.022" v="192" actId="20577"/>
          <ac:spMkLst>
            <pc:docMk/>
            <pc:sldMk cId="0" sldId="410"/>
            <ac:spMk id="11270" creationId="{00000000-0000-0000-0000-000000000000}"/>
          </ac:spMkLst>
        </pc:spChg>
        <pc:spChg chg="mod">
          <ac:chgData name="longlonglin" userId="65e6c6b7-2d31-4c1d-9ef2-3b9132fd9160" providerId="ADAL" clId="{6C1878E1-F3F0-8643-84AA-00311DD07374}" dt="2023-10-08T10:55:08.607" v="196" actId="20577"/>
          <ac:spMkLst>
            <pc:docMk/>
            <pc:sldMk cId="0" sldId="410"/>
            <ac:spMk id="29701" creationId="{00000000-0000-0000-0000-000000000000}"/>
          </ac:spMkLst>
        </pc:spChg>
        <pc:picChg chg="del">
          <ac:chgData name="longlonglin" userId="65e6c6b7-2d31-4c1d-9ef2-3b9132fd9160" providerId="ADAL" clId="{6C1878E1-F3F0-8643-84AA-00311DD07374}" dt="2023-10-08T10:54:21.108" v="193" actId="478"/>
          <ac:picMkLst>
            <pc:docMk/>
            <pc:sldMk cId="0" sldId="410"/>
            <ac:picMk id="2" creationId="{00000000-0000-0000-0000-000000000000}"/>
          </ac:picMkLst>
        </pc:picChg>
        <pc:picChg chg="add mod">
          <ac:chgData name="longlonglin" userId="65e6c6b7-2d31-4c1d-9ef2-3b9132fd9160" providerId="ADAL" clId="{6C1878E1-F3F0-8643-84AA-00311DD07374}" dt="2023-10-08T10:54:23.746" v="195" actId="1076"/>
          <ac:picMkLst>
            <pc:docMk/>
            <pc:sldMk cId="0" sldId="410"/>
            <ac:picMk id="4" creationId="{67E9DC2A-C275-97E8-0DF9-D1A2737CF613}"/>
          </ac:picMkLst>
        </pc:picChg>
      </pc:sldChg>
      <pc:sldChg chg="modSp mod">
        <pc:chgData name="longlonglin" userId="65e6c6b7-2d31-4c1d-9ef2-3b9132fd9160" providerId="ADAL" clId="{6C1878E1-F3F0-8643-84AA-00311DD07374}" dt="2023-10-08T10:56:43.233" v="209" actId="20577"/>
        <pc:sldMkLst>
          <pc:docMk/>
          <pc:sldMk cId="0" sldId="411"/>
        </pc:sldMkLst>
        <pc:spChg chg="mod">
          <ac:chgData name="longlonglin" userId="65e6c6b7-2d31-4c1d-9ef2-3b9132fd9160" providerId="ADAL" clId="{6C1878E1-F3F0-8643-84AA-00311DD07374}" dt="2023-10-08T10:56:43.233" v="209" actId="20577"/>
          <ac:spMkLst>
            <pc:docMk/>
            <pc:sldMk cId="0" sldId="411"/>
            <ac:spMk id="29701" creationId="{00000000-0000-0000-0000-000000000000}"/>
          </ac:spMkLst>
        </pc:spChg>
      </pc:sldChg>
    </pc:docChg>
  </pc:docChgLst>
  <pc:docChgLst>
    <pc:chgData name="longlonglin" userId="65e6c6b7-2d31-4c1d-9ef2-3b9132fd9160" providerId="ADAL" clId="{44DAA2E5-4BB3-8946-A689-F79392C9C5D1}"/>
    <pc:docChg chg="undo custSel addSld delSld modSld sldOrd">
      <pc:chgData name="longlonglin" userId="65e6c6b7-2d31-4c1d-9ef2-3b9132fd9160" providerId="ADAL" clId="{44DAA2E5-4BB3-8946-A689-F79392C9C5D1}" dt="2023-10-12T09:38:21.513" v="640"/>
      <pc:docMkLst>
        <pc:docMk/>
      </pc:docMkLst>
      <pc:sldChg chg="modAnim">
        <pc:chgData name="longlonglin" userId="65e6c6b7-2d31-4c1d-9ef2-3b9132fd9160" providerId="ADAL" clId="{44DAA2E5-4BB3-8946-A689-F79392C9C5D1}" dt="2023-10-12T09:37:47.029" v="636"/>
        <pc:sldMkLst>
          <pc:docMk/>
          <pc:sldMk cId="0" sldId="417"/>
        </pc:sldMkLst>
      </pc:sldChg>
      <pc:sldChg chg="modAnim">
        <pc:chgData name="longlonglin" userId="65e6c6b7-2d31-4c1d-9ef2-3b9132fd9160" providerId="ADAL" clId="{44DAA2E5-4BB3-8946-A689-F79392C9C5D1}" dt="2023-10-12T09:38:21.513" v="640"/>
        <pc:sldMkLst>
          <pc:docMk/>
          <pc:sldMk cId="0" sldId="419"/>
        </pc:sldMkLst>
      </pc:sldChg>
      <pc:sldChg chg="addSp delSp modSp mod">
        <pc:chgData name="longlonglin" userId="65e6c6b7-2d31-4c1d-9ef2-3b9132fd9160" providerId="ADAL" clId="{44DAA2E5-4BB3-8946-A689-F79392C9C5D1}" dt="2023-10-12T09:01:47.098" v="328" actId="478"/>
        <pc:sldMkLst>
          <pc:docMk/>
          <pc:sldMk cId="0" sldId="433"/>
        </pc:sldMkLst>
        <pc:picChg chg="add del mod">
          <ac:chgData name="longlonglin" userId="65e6c6b7-2d31-4c1d-9ef2-3b9132fd9160" providerId="ADAL" clId="{44DAA2E5-4BB3-8946-A689-F79392C9C5D1}" dt="2023-10-12T09:01:47.098" v="328" actId="478"/>
          <ac:picMkLst>
            <pc:docMk/>
            <pc:sldMk cId="0" sldId="433"/>
            <ac:picMk id="2" creationId="{0156F2B7-C367-FBB8-5BA6-5264CDD42EE8}"/>
          </ac:picMkLst>
        </pc:picChg>
        <pc:picChg chg="add del">
          <ac:chgData name="longlonglin" userId="65e6c6b7-2d31-4c1d-9ef2-3b9132fd9160" providerId="ADAL" clId="{44DAA2E5-4BB3-8946-A689-F79392C9C5D1}" dt="2023-10-12T09:01:45.039" v="327" actId="478"/>
          <ac:picMkLst>
            <pc:docMk/>
            <pc:sldMk cId="0" sldId="433"/>
            <ac:picMk id="3" creationId="{0788527D-5A6E-3FC7-9054-7F2F8A761C10}"/>
          </ac:picMkLst>
        </pc:picChg>
      </pc:sldChg>
      <pc:sldChg chg="addSp modSp mod">
        <pc:chgData name="longlonglin" userId="65e6c6b7-2d31-4c1d-9ef2-3b9132fd9160" providerId="ADAL" clId="{44DAA2E5-4BB3-8946-A689-F79392C9C5D1}" dt="2023-10-12T08:51:52.769" v="291" actId="20577"/>
        <pc:sldMkLst>
          <pc:docMk/>
          <pc:sldMk cId="0" sldId="511"/>
        </pc:sldMkLst>
        <pc:spChg chg="add mod">
          <ac:chgData name="longlonglin" userId="65e6c6b7-2d31-4c1d-9ef2-3b9132fd9160" providerId="ADAL" clId="{44DAA2E5-4BB3-8946-A689-F79392C9C5D1}" dt="2023-10-12T08:51:52.769" v="291" actId="20577"/>
          <ac:spMkLst>
            <pc:docMk/>
            <pc:sldMk cId="0" sldId="511"/>
            <ac:spMk id="2" creationId="{508204B4-2C5C-B6DE-4F6E-C33D42125745}"/>
          </ac:spMkLst>
        </pc:spChg>
      </pc:sldChg>
      <pc:sldChg chg="modSp mod">
        <pc:chgData name="longlonglin" userId="65e6c6b7-2d31-4c1d-9ef2-3b9132fd9160" providerId="ADAL" clId="{44DAA2E5-4BB3-8946-A689-F79392C9C5D1}" dt="2023-10-12T08:41:15.842" v="33" actId="20577"/>
        <pc:sldMkLst>
          <pc:docMk/>
          <pc:sldMk cId="0" sldId="513"/>
        </pc:sldMkLst>
        <pc:spChg chg="mod">
          <ac:chgData name="longlonglin" userId="65e6c6b7-2d31-4c1d-9ef2-3b9132fd9160" providerId="ADAL" clId="{44DAA2E5-4BB3-8946-A689-F79392C9C5D1}" dt="2023-10-12T08:41:15.842" v="33" actId="20577"/>
          <ac:spMkLst>
            <pc:docMk/>
            <pc:sldMk cId="0" sldId="513"/>
            <ac:spMk id="29701" creationId="{00000000-0000-0000-0000-000000000000}"/>
          </ac:spMkLst>
        </pc:spChg>
      </pc:sldChg>
      <pc:sldChg chg="addSp modSp mod">
        <pc:chgData name="longlonglin" userId="65e6c6b7-2d31-4c1d-9ef2-3b9132fd9160" providerId="ADAL" clId="{44DAA2E5-4BB3-8946-A689-F79392C9C5D1}" dt="2023-10-12T08:43:09.043" v="133" actId="207"/>
        <pc:sldMkLst>
          <pc:docMk/>
          <pc:sldMk cId="0" sldId="514"/>
        </pc:sldMkLst>
        <pc:spChg chg="add mod">
          <ac:chgData name="longlonglin" userId="65e6c6b7-2d31-4c1d-9ef2-3b9132fd9160" providerId="ADAL" clId="{44DAA2E5-4BB3-8946-A689-F79392C9C5D1}" dt="2023-10-12T08:43:09.043" v="133" actId="207"/>
          <ac:spMkLst>
            <pc:docMk/>
            <pc:sldMk cId="0" sldId="514"/>
            <ac:spMk id="2" creationId="{90498243-D322-EDA9-CC82-F727D7E4F150}"/>
          </ac:spMkLst>
        </pc:spChg>
        <pc:picChg chg="mod">
          <ac:chgData name="longlonglin" userId="65e6c6b7-2d31-4c1d-9ef2-3b9132fd9160" providerId="ADAL" clId="{44DAA2E5-4BB3-8946-A689-F79392C9C5D1}" dt="2023-10-12T08:42:16.029" v="34" actId="1076"/>
          <ac:picMkLst>
            <pc:docMk/>
            <pc:sldMk cId="0" sldId="514"/>
            <ac:picMk id="3" creationId="{00000000-0000-0000-0000-000000000000}"/>
          </ac:picMkLst>
        </pc:picChg>
        <pc:picChg chg="mod">
          <ac:chgData name="longlonglin" userId="65e6c6b7-2d31-4c1d-9ef2-3b9132fd9160" providerId="ADAL" clId="{44DAA2E5-4BB3-8946-A689-F79392C9C5D1}" dt="2023-10-12T08:42:17.994" v="35" actId="1076"/>
          <ac:picMkLst>
            <pc:docMk/>
            <pc:sldMk cId="0" sldId="514"/>
            <ac:picMk id="4" creationId="{00000000-0000-0000-0000-000000000000}"/>
          </ac:picMkLst>
        </pc:picChg>
      </pc:sldChg>
      <pc:sldChg chg="modSp mod">
        <pc:chgData name="longlonglin" userId="65e6c6b7-2d31-4c1d-9ef2-3b9132fd9160" providerId="ADAL" clId="{44DAA2E5-4BB3-8946-A689-F79392C9C5D1}" dt="2023-10-12T08:49:36.752" v="205" actId="20577"/>
        <pc:sldMkLst>
          <pc:docMk/>
          <pc:sldMk cId="0" sldId="515"/>
        </pc:sldMkLst>
        <pc:spChg chg="mod">
          <ac:chgData name="longlonglin" userId="65e6c6b7-2d31-4c1d-9ef2-3b9132fd9160" providerId="ADAL" clId="{44DAA2E5-4BB3-8946-A689-F79392C9C5D1}" dt="2023-10-12T08:49:36.752" v="205" actId="20577"/>
          <ac:spMkLst>
            <pc:docMk/>
            <pc:sldMk cId="0" sldId="515"/>
            <ac:spMk id="29701" creationId="{00000000-0000-0000-0000-000000000000}"/>
          </ac:spMkLst>
        </pc:spChg>
      </pc:sldChg>
      <pc:sldChg chg="addSp delSp modSp mod">
        <pc:chgData name="longlonglin" userId="65e6c6b7-2d31-4c1d-9ef2-3b9132fd9160" providerId="ADAL" clId="{44DAA2E5-4BB3-8946-A689-F79392C9C5D1}" dt="2023-10-12T08:52:59.410" v="295" actId="1076"/>
        <pc:sldMkLst>
          <pc:docMk/>
          <pc:sldMk cId="0" sldId="516"/>
        </pc:sldMkLst>
        <pc:spChg chg="add del mod">
          <ac:chgData name="longlonglin" userId="65e6c6b7-2d31-4c1d-9ef2-3b9132fd9160" providerId="ADAL" clId="{44DAA2E5-4BB3-8946-A689-F79392C9C5D1}" dt="2023-10-12T08:50:08.019" v="215"/>
          <ac:spMkLst>
            <pc:docMk/>
            <pc:sldMk cId="0" sldId="516"/>
            <ac:spMk id="2" creationId="{B743596C-9161-0E55-789B-259DDB873457}"/>
          </ac:spMkLst>
        </pc:spChg>
        <pc:spChg chg="add mod">
          <ac:chgData name="longlonglin" userId="65e6c6b7-2d31-4c1d-9ef2-3b9132fd9160" providerId="ADAL" clId="{44DAA2E5-4BB3-8946-A689-F79392C9C5D1}" dt="2023-10-12T08:52:54.211" v="294" actId="1076"/>
          <ac:spMkLst>
            <pc:docMk/>
            <pc:sldMk cId="0" sldId="516"/>
            <ac:spMk id="3" creationId="{30BF5F9C-3DFC-2C17-C93B-AFFE54B95A8A}"/>
          </ac:spMkLst>
        </pc:spChg>
        <pc:spChg chg="mod">
          <ac:chgData name="longlonglin" userId="65e6c6b7-2d31-4c1d-9ef2-3b9132fd9160" providerId="ADAL" clId="{44DAA2E5-4BB3-8946-A689-F79392C9C5D1}" dt="2023-10-12T08:50:12.561" v="216" actId="1076"/>
          <ac:spMkLst>
            <pc:docMk/>
            <pc:sldMk cId="0" sldId="516"/>
            <ac:spMk id="29701" creationId="{00000000-0000-0000-0000-000000000000}"/>
          </ac:spMkLst>
        </pc:spChg>
        <pc:picChg chg="mod">
          <ac:chgData name="longlonglin" userId="65e6c6b7-2d31-4c1d-9ef2-3b9132fd9160" providerId="ADAL" clId="{44DAA2E5-4BB3-8946-A689-F79392C9C5D1}" dt="2023-10-12T08:52:59.410" v="295" actId="1076"/>
          <ac:picMkLst>
            <pc:docMk/>
            <pc:sldMk cId="0" sldId="516"/>
            <ac:picMk id="4" creationId="{00000000-0000-0000-0000-000000000000}"/>
          </ac:picMkLst>
        </pc:picChg>
        <pc:picChg chg="mod">
          <ac:chgData name="longlonglin" userId="65e6c6b7-2d31-4c1d-9ef2-3b9132fd9160" providerId="ADAL" clId="{44DAA2E5-4BB3-8946-A689-F79392C9C5D1}" dt="2023-10-12T08:50:16.572" v="222" actId="1035"/>
          <ac:picMkLst>
            <pc:docMk/>
            <pc:sldMk cId="0" sldId="516"/>
            <ac:picMk id="5" creationId="{00000000-0000-0000-0000-000000000000}"/>
          </ac:picMkLst>
        </pc:picChg>
      </pc:sldChg>
      <pc:sldChg chg="addSp modSp mod">
        <pc:chgData name="longlonglin" userId="65e6c6b7-2d31-4c1d-9ef2-3b9132fd9160" providerId="ADAL" clId="{44DAA2E5-4BB3-8946-A689-F79392C9C5D1}" dt="2023-10-12T09:00:24.443" v="307" actId="1076"/>
        <pc:sldMkLst>
          <pc:docMk/>
          <pc:sldMk cId="0" sldId="517"/>
        </pc:sldMkLst>
        <pc:spChg chg="mod">
          <ac:chgData name="longlonglin" userId="65e6c6b7-2d31-4c1d-9ef2-3b9132fd9160" providerId="ADAL" clId="{44DAA2E5-4BB3-8946-A689-F79392C9C5D1}" dt="2023-10-12T09:00:00.326" v="304" actId="1076"/>
          <ac:spMkLst>
            <pc:docMk/>
            <pc:sldMk cId="0" sldId="517"/>
            <ac:spMk id="29701" creationId="{00000000-0000-0000-0000-000000000000}"/>
          </ac:spMkLst>
        </pc:spChg>
        <pc:picChg chg="add mod">
          <ac:chgData name="longlonglin" userId="65e6c6b7-2d31-4c1d-9ef2-3b9132fd9160" providerId="ADAL" clId="{44DAA2E5-4BB3-8946-A689-F79392C9C5D1}" dt="2023-10-12T09:00:03.142" v="305" actId="1076"/>
          <ac:picMkLst>
            <pc:docMk/>
            <pc:sldMk cId="0" sldId="517"/>
            <ac:picMk id="2" creationId="{D29EE3E5-3FD6-98CB-ED10-D8ABE537B414}"/>
          </ac:picMkLst>
        </pc:picChg>
        <pc:picChg chg="add mod">
          <ac:chgData name="longlonglin" userId="65e6c6b7-2d31-4c1d-9ef2-3b9132fd9160" providerId="ADAL" clId="{44DAA2E5-4BB3-8946-A689-F79392C9C5D1}" dt="2023-10-12T09:00:24.443" v="307" actId="1076"/>
          <ac:picMkLst>
            <pc:docMk/>
            <pc:sldMk cId="0" sldId="517"/>
            <ac:picMk id="3" creationId="{A5AD12F6-09A5-748A-54B9-2C6B2BA95269}"/>
          </ac:picMkLst>
        </pc:picChg>
      </pc:sldChg>
      <pc:sldChg chg="addSp delSp modSp mod">
        <pc:chgData name="longlonglin" userId="65e6c6b7-2d31-4c1d-9ef2-3b9132fd9160" providerId="ADAL" clId="{44DAA2E5-4BB3-8946-A689-F79392C9C5D1}" dt="2023-10-12T08:53:58.989" v="301" actId="21"/>
        <pc:sldMkLst>
          <pc:docMk/>
          <pc:sldMk cId="0" sldId="529"/>
        </pc:sldMkLst>
        <pc:spChg chg="add del mod">
          <ac:chgData name="longlonglin" userId="65e6c6b7-2d31-4c1d-9ef2-3b9132fd9160" providerId="ADAL" clId="{44DAA2E5-4BB3-8946-A689-F79392C9C5D1}" dt="2023-10-12T08:53:58.319" v="300" actId="22"/>
          <ac:spMkLst>
            <pc:docMk/>
            <pc:sldMk cId="0" sldId="529"/>
            <ac:spMk id="4" creationId="{B86C8158-CD15-B9B1-C479-14591145417B}"/>
          </ac:spMkLst>
        </pc:spChg>
        <pc:spChg chg="mod">
          <ac:chgData name="longlonglin" userId="65e6c6b7-2d31-4c1d-9ef2-3b9132fd9160" providerId="ADAL" clId="{44DAA2E5-4BB3-8946-A689-F79392C9C5D1}" dt="2023-10-12T08:53:58.989" v="301" actId="21"/>
          <ac:spMkLst>
            <pc:docMk/>
            <pc:sldMk cId="0" sldId="529"/>
            <ac:spMk id="29701" creationId="{00000000-0000-0000-0000-000000000000}"/>
          </ac:spMkLst>
        </pc:spChg>
        <pc:picChg chg="del">
          <ac:chgData name="longlonglin" userId="65e6c6b7-2d31-4c1d-9ef2-3b9132fd9160" providerId="ADAL" clId="{44DAA2E5-4BB3-8946-A689-F79392C9C5D1}" dt="2023-10-12T08:34:42.368" v="0" actId="478"/>
          <ac:picMkLst>
            <pc:docMk/>
            <pc:sldMk cId="0" sldId="529"/>
            <ac:picMk id="2" creationId="{00000000-0000-0000-0000-000000000000}"/>
          </ac:picMkLst>
        </pc:picChg>
      </pc:sldChg>
      <pc:sldChg chg="modSp mod">
        <pc:chgData name="longlonglin" userId="65e6c6b7-2d31-4c1d-9ef2-3b9132fd9160" providerId="ADAL" clId="{44DAA2E5-4BB3-8946-A689-F79392C9C5D1}" dt="2023-10-12T08:45:31.017" v="159" actId="20577"/>
        <pc:sldMkLst>
          <pc:docMk/>
          <pc:sldMk cId="0" sldId="530"/>
        </pc:sldMkLst>
        <pc:spChg chg="mod">
          <ac:chgData name="longlonglin" userId="65e6c6b7-2d31-4c1d-9ef2-3b9132fd9160" providerId="ADAL" clId="{44DAA2E5-4BB3-8946-A689-F79392C9C5D1}" dt="2023-10-12T08:45:31.017" v="159" actId="20577"/>
          <ac:spMkLst>
            <pc:docMk/>
            <pc:sldMk cId="0" sldId="530"/>
            <ac:spMk id="29701" creationId="{00000000-0000-0000-0000-000000000000}"/>
          </ac:spMkLst>
        </pc:spChg>
      </pc:sldChg>
      <pc:sldChg chg="ord">
        <pc:chgData name="longlonglin" userId="65e6c6b7-2d31-4c1d-9ef2-3b9132fd9160" providerId="ADAL" clId="{44DAA2E5-4BB3-8946-A689-F79392C9C5D1}" dt="2023-10-12T09:05:22.016" v="341" actId="20578"/>
        <pc:sldMkLst>
          <pc:docMk/>
          <pc:sldMk cId="0" sldId="614"/>
        </pc:sldMkLst>
      </pc:sldChg>
      <pc:sldChg chg="addSp delSp modSp mod">
        <pc:chgData name="longlonglin" userId="65e6c6b7-2d31-4c1d-9ef2-3b9132fd9160" providerId="ADAL" clId="{44DAA2E5-4BB3-8946-A689-F79392C9C5D1}" dt="2023-10-12T09:06:04.910" v="350" actId="1076"/>
        <pc:sldMkLst>
          <pc:docMk/>
          <pc:sldMk cId="0" sldId="615"/>
        </pc:sldMkLst>
        <pc:spChg chg="mod">
          <ac:chgData name="longlonglin" userId="65e6c6b7-2d31-4c1d-9ef2-3b9132fd9160" providerId="ADAL" clId="{44DAA2E5-4BB3-8946-A689-F79392C9C5D1}" dt="2023-10-12T09:05:42.377" v="344" actId="1076"/>
          <ac:spMkLst>
            <pc:docMk/>
            <pc:sldMk cId="0" sldId="615"/>
            <ac:spMk id="29701" creationId="{00000000-0000-0000-0000-000000000000}"/>
          </ac:spMkLst>
        </pc:spChg>
        <pc:picChg chg="add del mod">
          <ac:chgData name="longlonglin" userId="65e6c6b7-2d31-4c1d-9ef2-3b9132fd9160" providerId="ADAL" clId="{44DAA2E5-4BB3-8946-A689-F79392C9C5D1}" dt="2023-10-12T09:05:57.904" v="347" actId="478"/>
          <ac:picMkLst>
            <pc:docMk/>
            <pc:sldMk cId="0" sldId="615"/>
            <ac:picMk id="2" creationId="{51386F9C-47E6-B423-8B1F-2C1BBBBE7060}"/>
          </ac:picMkLst>
        </pc:picChg>
        <pc:picChg chg="add mod">
          <ac:chgData name="longlonglin" userId="65e6c6b7-2d31-4c1d-9ef2-3b9132fd9160" providerId="ADAL" clId="{44DAA2E5-4BB3-8946-A689-F79392C9C5D1}" dt="2023-10-12T09:05:44.510" v="345" actId="1076"/>
          <ac:picMkLst>
            <pc:docMk/>
            <pc:sldMk cId="0" sldId="615"/>
            <ac:picMk id="3" creationId="{0E98A62F-7F96-E8D2-25E8-59FBE2D61DA6}"/>
          </ac:picMkLst>
        </pc:picChg>
        <pc:picChg chg="add mod">
          <ac:chgData name="longlonglin" userId="65e6c6b7-2d31-4c1d-9ef2-3b9132fd9160" providerId="ADAL" clId="{44DAA2E5-4BB3-8946-A689-F79392C9C5D1}" dt="2023-10-12T09:06:04.910" v="350" actId="1076"/>
          <ac:picMkLst>
            <pc:docMk/>
            <pc:sldMk cId="0" sldId="615"/>
            <ac:picMk id="4" creationId="{794E8C2B-EEB1-BE2D-4454-3F4E58971BCF}"/>
          </ac:picMkLst>
        </pc:picChg>
      </pc:sldChg>
      <pc:sldChg chg="modSp add del mod">
        <pc:chgData name="longlonglin" userId="65e6c6b7-2d31-4c1d-9ef2-3b9132fd9160" providerId="ADAL" clId="{44DAA2E5-4BB3-8946-A689-F79392C9C5D1}" dt="2023-10-12T09:01:35.846" v="325" actId="2696"/>
        <pc:sldMkLst>
          <pc:docMk/>
          <pc:sldMk cId="0" sldId="616"/>
        </pc:sldMkLst>
        <pc:picChg chg="mod">
          <ac:chgData name="longlonglin" userId="65e6c6b7-2d31-4c1d-9ef2-3b9132fd9160" providerId="ADAL" clId="{44DAA2E5-4BB3-8946-A689-F79392C9C5D1}" dt="2023-10-12T09:01:02.941" v="319" actId="1076"/>
          <ac:picMkLst>
            <pc:docMk/>
            <pc:sldMk cId="0" sldId="616"/>
            <ac:picMk id="4" creationId="{00000000-0000-0000-0000-000000000000}"/>
          </ac:picMkLst>
        </pc:picChg>
      </pc:sldChg>
      <pc:sldChg chg="addSp modSp mod">
        <pc:chgData name="longlonglin" userId="65e6c6b7-2d31-4c1d-9ef2-3b9132fd9160" providerId="ADAL" clId="{44DAA2E5-4BB3-8946-A689-F79392C9C5D1}" dt="2023-10-12T09:09:37.267" v="419" actId="207"/>
        <pc:sldMkLst>
          <pc:docMk/>
          <pc:sldMk cId="0" sldId="617"/>
        </pc:sldMkLst>
        <pc:spChg chg="add mod">
          <ac:chgData name="longlonglin" userId="65e6c6b7-2d31-4c1d-9ef2-3b9132fd9160" providerId="ADAL" clId="{44DAA2E5-4BB3-8946-A689-F79392C9C5D1}" dt="2023-10-12T09:08:40.026" v="417" actId="1076"/>
          <ac:spMkLst>
            <pc:docMk/>
            <pc:sldMk cId="0" sldId="617"/>
            <ac:spMk id="2" creationId="{C1AA2A23-8706-3F24-EF99-B422A432B94C}"/>
          </ac:spMkLst>
        </pc:spChg>
        <pc:spChg chg="mod">
          <ac:chgData name="longlonglin" userId="65e6c6b7-2d31-4c1d-9ef2-3b9132fd9160" providerId="ADAL" clId="{44DAA2E5-4BB3-8946-A689-F79392C9C5D1}" dt="2023-10-12T09:09:37.267" v="419" actId="207"/>
          <ac:spMkLst>
            <pc:docMk/>
            <pc:sldMk cId="0" sldId="617"/>
            <ac:spMk id="29701" creationId="{00000000-0000-0000-0000-000000000000}"/>
          </ac:spMkLst>
        </pc:spChg>
      </pc:sldChg>
      <pc:sldChg chg="modSp mod">
        <pc:chgData name="longlonglin" userId="65e6c6b7-2d31-4c1d-9ef2-3b9132fd9160" providerId="ADAL" clId="{44DAA2E5-4BB3-8946-A689-F79392C9C5D1}" dt="2023-10-12T09:12:06.155" v="462" actId="20577"/>
        <pc:sldMkLst>
          <pc:docMk/>
          <pc:sldMk cId="0" sldId="619"/>
        </pc:sldMkLst>
        <pc:spChg chg="mod">
          <ac:chgData name="longlonglin" userId="65e6c6b7-2d31-4c1d-9ef2-3b9132fd9160" providerId="ADAL" clId="{44DAA2E5-4BB3-8946-A689-F79392C9C5D1}" dt="2023-10-12T09:12:06.155" v="462" actId="20577"/>
          <ac:spMkLst>
            <pc:docMk/>
            <pc:sldMk cId="0" sldId="619"/>
            <ac:spMk id="29701" creationId="{00000000-0000-0000-0000-000000000000}"/>
          </ac:spMkLst>
        </pc:spChg>
      </pc:sldChg>
      <pc:sldChg chg="del">
        <pc:chgData name="longlonglin" userId="65e6c6b7-2d31-4c1d-9ef2-3b9132fd9160" providerId="ADAL" clId="{44DAA2E5-4BB3-8946-A689-F79392C9C5D1}" dt="2023-10-12T09:12:44.858" v="464" actId="2696"/>
        <pc:sldMkLst>
          <pc:docMk/>
          <pc:sldMk cId="0" sldId="620"/>
        </pc:sldMkLst>
      </pc:sldChg>
      <pc:sldChg chg="addSp modSp mod">
        <pc:chgData name="longlonglin" userId="65e6c6b7-2d31-4c1d-9ef2-3b9132fd9160" providerId="ADAL" clId="{44DAA2E5-4BB3-8946-A689-F79392C9C5D1}" dt="2023-10-12T09:15:13.262" v="502" actId="20577"/>
        <pc:sldMkLst>
          <pc:docMk/>
          <pc:sldMk cId="0" sldId="621"/>
        </pc:sldMkLst>
        <pc:spChg chg="add mod">
          <ac:chgData name="longlonglin" userId="65e6c6b7-2d31-4c1d-9ef2-3b9132fd9160" providerId="ADAL" clId="{44DAA2E5-4BB3-8946-A689-F79392C9C5D1}" dt="2023-10-12T09:15:13.262" v="502" actId="20577"/>
          <ac:spMkLst>
            <pc:docMk/>
            <pc:sldMk cId="0" sldId="621"/>
            <ac:spMk id="4" creationId="{09721D56-B862-2514-D887-8EB7C075F2CC}"/>
          </ac:spMkLst>
        </pc:spChg>
        <pc:picChg chg="mod">
          <ac:chgData name="longlonglin" userId="65e6c6b7-2d31-4c1d-9ef2-3b9132fd9160" providerId="ADAL" clId="{44DAA2E5-4BB3-8946-A689-F79392C9C5D1}" dt="2023-10-12T09:12:47.859" v="465" actId="14100"/>
          <ac:picMkLst>
            <pc:docMk/>
            <pc:sldMk cId="0" sldId="621"/>
            <ac:picMk id="2" creationId="{00000000-0000-0000-0000-000000000000}"/>
          </ac:picMkLst>
        </pc:picChg>
        <pc:picChg chg="mod">
          <ac:chgData name="longlonglin" userId="65e6c6b7-2d31-4c1d-9ef2-3b9132fd9160" providerId="ADAL" clId="{44DAA2E5-4BB3-8946-A689-F79392C9C5D1}" dt="2023-10-12T09:12:55.926" v="468" actId="1076"/>
          <ac:picMkLst>
            <pc:docMk/>
            <pc:sldMk cId="0" sldId="621"/>
            <ac:picMk id="3" creationId="{00000000-0000-0000-0000-000000000000}"/>
          </ac:picMkLst>
        </pc:picChg>
      </pc:sldChg>
      <pc:sldChg chg="modSp mod">
        <pc:chgData name="longlonglin" userId="65e6c6b7-2d31-4c1d-9ef2-3b9132fd9160" providerId="ADAL" clId="{44DAA2E5-4BB3-8946-A689-F79392C9C5D1}" dt="2023-10-12T09:33:36.966" v="590" actId="207"/>
        <pc:sldMkLst>
          <pc:docMk/>
          <pc:sldMk cId="0" sldId="623"/>
        </pc:sldMkLst>
        <pc:spChg chg="mod">
          <ac:chgData name="longlonglin" userId="65e6c6b7-2d31-4c1d-9ef2-3b9132fd9160" providerId="ADAL" clId="{44DAA2E5-4BB3-8946-A689-F79392C9C5D1}" dt="2023-10-12T09:33:36.966" v="590" actId="207"/>
          <ac:spMkLst>
            <pc:docMk/>
            <pc:sldMk cId="0" sldId="623"/>
            <ac:spMk id="29701" creationId="{00000000-0000-0000-0000-000000000000}"/>
          </ac:spMkLst>
        </pc:spChg>
      </pc:sldChg>
      <pc:sldChg chg="addSp modSp mod">
        <pc:chgData name="longlonglin" userId="65e6c6b7-2d31-4c1d-9ef2-3b9132fd9160" providerId="ADAL" clId="{44DAA2E5-4BB3-8946-A689-F79392C9C5D1}" dt="2023-10-12T09:36:47.811" v="633" actId="207"/>
        <pc:sldMkLst>
          <pc:docMk/>
          <pc:sldMk cId="0" sldId="624"/>
        </pc:sldMkLst>
        <pc:spChg chg="add mod">
          <ac:chgData name="longlonglin" userId="65e6c6b7-2d31-4c1d-9ef2-3b9132fd9160" providerId="ADAL" clId="{44DAA2E5-4BB3-8946-A689-F79392C9C5D1}" dt="2023-10-12T09:34:46.526" v="608" actId="14100"/>
          <ac:spMkLst>
            <pc:docMk/>
            <pc:sldMk cId="0" sldId="624"/>
            <ac:spMk id="2" creationId="{F71ECB66-A6E8-B53E-06CB-61CF3951CC51}"/>
          </ac:spMkLst>
        </pc:spChg>
        <pc:spChg chg="mod">
          <ac:chgData name="longlonglin" userId="65e6c6b7-2d31-4c1d-9ef2-3b9132fd9160" providerId="ADAL" clId="{44DAA2E5-4BB3-8946-A689-F79392C9C5D1}" dt="2023-10-12T09:36:47.811" v="633" actId="207"/>
          <ac:spMkLst>
            <pc:docMk/>
            <pc:sldMk cId="0" sldId="624"/>
            <ac:spMk id="29701" creationId="{00000000-0000-0000-0000-000000000000}"/>
          </ac:spMkLst>
        </pc:spChg>
      </pc:sldChg>
      <pc:sldChg chg="addSp delSp modSp add mod">
        <pc:chgData name="longlonglin" userId="65e6c6b7-2d31-4c1d-9ef2-3b9132fd9160" providerId="ADAL" clId="{44DAA2E5-4BB3-8946-A689-F79392C9C5D1}" dt="2023-10-12T09:02:29.229" v="340" actId="14100"/>
        <pc:sldMkLst>
          <pc:docMk/>
          <pc:sldMk cId="2606512334" sldId="631"/>
        </pc:sldMkLst>
        <pc:spChg chg="del mod">
          <ac:chgData name="longlonglin" userId="65e6c6b7-2d31-4c1d-9ef2-3b9132fd9160" providerId="ADAL" clId="{44DAA2E5-4BB3-8946-A689-F79392C9C5D1}" dt="2023-10-12T09:01:56.537" v="330" actId="478"/>
          <ac:spMkLst>
            <pc:docMk/>
            <pc:sldMk cId="2606512334" sldId="631"/>
            <ac:spMk id="29701" creationId="{00000000-0000-0000-0000-000000000000}"/>
          </ac:spMkLst>
        </pc:spChg>
        <pc:picChg chg="del mod">
          <ac:chgData name="longlonglin" userId="65e6c6b7-2d31-4c1d-9ef2-3b9132fd9160" providerId="ADAL" clId="{44DAA2E5-4BB3-8946-A689-F79392C9C5D1}" dt="2023-10-12T09:02:18.979" v="336" actId="478"/>
          <ac:picMkLst>
            <pc:docMk/>
            <pc:sldMk cId="2606512334" sldId="631"/>
            <ac:picMk id="2" creationId="{0156F2B7-C367-FBB8-5BA6-5264CDD42EE8}"/>
          </ac:picMkLst>
        </pc:picChg>
        <pc:picChg chg="mod">
          <ac:chgData name="longlonglin" userId="65e6c6b7-2d31-4c1d-9ef2-3b9132fd9160" providerId="ADAL" clId="{44DAA2E5-4BB3-8946-A689-F79392C9C5D1}" dt="2023-10-12T09:02:29.229" v="340" actId="14100"/>
          <ac:picMkLst>
            <pc:docMk/>
            <pc:sldMk cId="2606512334" sldId="631"/>
            <ac:picMk id="3" creationId="{0788527D-5A6E-3FC7-9054-7F2F8A761C10}"/>
          </ac:picMkLst>
        </pc:picChg>
        <pc:picChg chg="add mod">
          <ac:chgData name="longlonglin" userId="65e6c6b7-2d31-4c1d-9ef2-3b9132fd9160" providerId="ADAL" clId="{44DAA2E5-4BB3-8946-A689-F79392C9C5D1}" dt="2023-10-12T09:02:24.960" v="339" actId="1076"/>
          <ac:picMkLst>
            <pc:docMk/>
            <pc:sldMk cId="2606512334" sldId="631"/>
            <ac:picMk id="4" creationId="{CBC4F12B-3A6F-FA45-1F14-83C834643E5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CC99B-5BFA-4BB8-A5D4-CBAFDE25321E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CC897-6495-4778-9C64-6BE5B4C675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3572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6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7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8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9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10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11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12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13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14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15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16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17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18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19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20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73375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21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22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23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24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25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26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27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28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29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30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31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32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33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34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35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36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37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38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39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40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41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11151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42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43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44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45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46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47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48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49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50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324301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52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53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706090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80728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8024" y="1052736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6139F-BB75-41BB-B61C-31076357B3E8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E4197-1B4C-4A06-8ACB-2EA7E4025B9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7856"/>
            <a:ext cx="8229600" cy="634082"/>
          </a:xfrm>
          <a:prstGeom prst="rect">
            <a:avLst/>
          </a:prstGeom>
        </p:spPr>
        <p:txBody>
          <a:bodyPr/>
          <a:lstStyle>
            <a:lvl1pPr>
              <a:defRPr lang="zh-CN" altLang="en-US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4F795-9E13-4DBD-9F75-7C49F2232941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8F7FC-404B-45D4-941C-EA31466158F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7856"/>
            <a:ext cx="8229600" cy="634082"/>
          </a:xfrm>
          <a:prstGeom prst="rect">
            <a:avLst/>
          </a:prstGeom>
        </p:spPr>
        <p:txBody>
          <a:bodyPr/>
          <a:lstStyle>
            <a:lvl1pPr>
              <a:defRPr lang="zh-CN" altLang="en-US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0150E-38ED-49B5-BFB1-1EE15BD62172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66CE1-9B37-4530-9E2F-952EE543D7B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9B109-B2A3-4666-9B5B-29307CBA87A0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7DC70-46DF-4950-A406-C832ED7DD44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37D54-74FF-425F-B07B-3568B48991F3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878AE-400B-49AE-9FEB-D7A18074D3E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C76BD-C3AB-4773-8148-AAE65918AFB0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61824-C16E-4B0F-BAB9-64A5A65F792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634082"/>
          </a:xfrm>
          <a:prstGeom prst="rect">
            <a:avLst/>
          </a:prstGeom>
        </p:spPr>
        <p:txBody>
          <a:bodyPr/>
          <a:lstStyle>
            <a:lvl1pPr>
              <a:defRPr lang="zh-CN" altLang="en-US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536" y="1124744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11238-389E-4BD7-9D36-3E260581CB2B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FAC9F-F701-4E6D-BD6A-D3A65FCC87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4BC40-4E49-4E4F-BE54-F7612F180558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5B1D2-6F91-490B-92D4-D324ACF5DD0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1025525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17999">
                <a:srgbClr val="5E9EFF"/>
              </a:gs>
              <a:gs pos="100000">
                <a:srgbClr val="FFEBFA"/>
              </a:gs>
            </a:gsLst>
            <a:lin ang="2700000" scaled="1"/>
          </a:gradFill>
          <a:ln w="28575" cap="rnd" algn="ctr">
            <a:solidFill>
              <a:srgbClr val="C0C0C0"/>
            </a:solidFill>
            <a:prstDash val="sysDot"/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b="1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1025525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17999">
                <a:srgbClr val="5E9EFF"/>
              </a:gs>
              <a:gs pos="100000">
                <a:srgbClr val="FFEBFA"/>
              </a:gs>
            </a:gsLst>
            <a:lin ang="2700000" scaled="1"/>
          </a:gradFill>
          <a:ln w="28575" cap="rnd" algn="ctr">
            <a:solidFill>
              <a:srgbClr val="C0C0C0"/>
            </a:solidFill>
            <a:prstDash val="sysDot"/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000" b="1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706090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80728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8024" y="1052736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6139F-BB75-41BB-B61C-31076357B3E8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E4197-1B4C-4A06-8ACB-2EA7E4025B9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7856"/>
            <a:ext cx="8229600" cy="634082"/>
          </a:xfrm>
          <a:prstGeom prst="rect">
            <a:avLst/>
          </a:prstGeom>
        </p:spPr>
        <p:txBody>
          <a:bodyPr/>
          <a:lstStyle>
            <a:lvl1pPr>
              <a:defRPr lang="zh-CN" altLang="en-US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4F795-9E13-4DBD-9F75-7C49F2232941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8F7FC-404B-45D4-941C-EA31466158F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7856"/>
            <a:ext cx="8229600" cy="634082"/>
          </a:xfrm>
          <a:prstGeom prst="rect">
            <a:avLst/>
          </a:prstGeom>
        </p:spPr>
        <p:txBody>
          <a:bodyPr/>
          <a:lstStyle>
            <a:lvl1pPr>
              <a:defRPr lang="zh-CN" altLang="en-US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0150E-38ED-49B5-BFB1-1EE15BD62172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66CE1-9B37-4530-9E2F-952EE543D7B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9B109-B2A3-4666-9B5B-29307CBA87A0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7DC70-46DF-4950-A406-C832ED7DD44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37D54-74FF-425F-B07B-3568B48991F3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878AE-400B-49AE-9FEB-D7A18074D3E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C76BD-C3AB-4773-8148-AAE65918AFB0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61824-C16E-4B0F-BAB9-64A5A65F792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634082"/>
          </a:xfrm>
          <a:prstGeom prst="rect">
            <a:avLst/>
          </a:prstGeom>
        </p:spPr>
        <p:txBody>
          <a:bodyPr/>
          <a:lstStyle>
            <a:lvl1pPr>
              <a:defRPr lang="zh-CN" altLang="en-US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536" y="1124744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11238-389E-4BD7-9D36-3E260581CB2B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FAC9F-F701-4E6D-BD6A-D3A65FCC87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4BC40-4E49-4E4F-BE54-F7612F180558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5B1D2-6F91-490B-92D4-D324ACF5DD0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ChangeArrowheads="1"/>
          </p:cNvSpPr>
          <p:nvPr userDrawn="1"/>
        </p:nvSpPr>
        <p:spPr>
          <a:xfrm>
            <a:off x="6883400" y="5122863"/>
            <a:ext cx="2085975" cy="511175"/>
          </a:xfrm>
          <a:prstGeom prst="rect">
            <a:avLst/>
          </a:prstGeom>
        </p:spPr>
        <p:txBody>
          <a:bodyPr lIns="0" tIns="0" rIns="0" b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Calibri" panose="020F0502020204030204" pitchFamily="34" charset="0"/>
              </a:rPr>
              <a:t>信息学院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11088"/>
            <a:ext cx="8229600" cy="720080"/>
          </a:xfrm>
          <a:prstGeom prst="rect">
            <a:avLst/>
          </a:prstGeom>
        </p:spPr>
        <p:txBody>
          <a:bodyPr/>
          <a:lstStyle>
            <a:lvl1pPr>
              <a:defRPr lang="zh-CN" alt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890" y="980728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3124200" y="6237288"/>
            <a:ext cx="2895600" cy="4841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16688" y="56340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8C6DE-6AFA-4E89-B9F3-C1CCA6B52B3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1025525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17999">
                <a:srgbClr val="5E9EFF"/>
              </a:gs>
              <a:gs pos="100000">
                <a:srgbClr val="FFEBFA"/>
              </a:gs>
            </a:gsLst>
            <a:lin ang="2700000" scaled="1"/>
          </a:gradFill>
          <a:ln w="28575" cap="rnd" algn="ctr">
            <a:solidFill>
              <a:srgbClr val="C0C0C0"/>
            </a:solidFill>
            <a:prstDash val="sysDot"/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b="1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1025525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17999">
                <a:srgbClr val="5E9EFF"/>
              </a:gs>
              <a:gs pos="100000">
                <a:srgbClr val="FFEBFA"/>
              </a:gs>
            </a:gsLst>
            <a:lin ang="2700000" scaled="1"/>
          </a:gradFill>
          <a:ln w="28575" cap="rnd" algn="ctr">
            <a:solidFill>
              <a:srgbClr val="C0C0C0"/>
            </a:solidFill>
            <a:prstDash val="sysDot"/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000" b="1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13AE868-3722-41D6-BC2D-BE9F3CC60F89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C0F4897-CA11-4FC6-B6A6-3AC385499A5B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对角圆角矩形 5"/>
          <p:cNvSpPr/>
          <p:nvPr userDrawn="1"/>
        </p:nvSpPr>
        <p:spPr>
          <a:xfrm>
            <a:off x="0" y="6371321"/>
            <a:ext cx="9144000" cy="486679"/>
          </a:xfrm>
          <a:custGeom>
            <a:avLst/>
            <a:gdLst>
              <a:gd name="connsiteX0" fmla="*/ 457200 w 9139922"/>
              <a:gd name="connsiteY0" fmla="*/ 0 h 914400"/>
              <a:gd name="connsiteX1" fmla="*/ 9139922 w 9139922"/>
              <a:gd name="connsiteY1" fmla="*/ 0 h 914400"/>
              <a:gd name="connsiteX2" fmla="*/ 9139922 w 9139922"/>
              <a:gd name="connsiteY2" fmla="*/ 0 h 914400"/>
              <a:gd name="connsiteX3" fmla="*/ 9139922 w 9139922"/>
              <a:gd name="connsiteY3" fmla="*/ 457200 h 914400"/>
              <a:gd name="connsiteX4" fmla="*/ 8682722 w 9139922"/>
              <a:gd name="connsiteY4" fmla="*/ 914400 h 914400"/>
              <a:gd name="connsiteX5" fmla="*/ 0 w 9139922"/>
              <a:gd name="connsiteY5" fmla="*/ 914400 h 914400"/>
              <a:gd name="connsiteX6" fmla="*/ 0 w 9139922"/>
              <a:gd name="connsiteY6" fmla="*/ 914400 h 914400"/>
              <a:gd name="connsiteX7" fmla="*/ 0 w 9139922"/>
              <a:gd name="connsiteY7" fmla="*/ 457200 h 914400"/>
              <a:gd name="connsiteX8" fmla="*/ 457200 w 9139922"/>
              <a:gd name="connsiteY8" fmla="*/ 0 h 914400"/>
              <a:gd name="connsiteX0-1" fmla="*/ 457200 w 9168951"/>
              <a:gd name="connsiteY0-2" fmla="*/ 0 h 933978"/>
              <a:gd name="connsiteX1-3" fmla="*/ 9139922 w 9168951"/>
              <a:gd name="connsiteY1-4" fmla="*/ 0 h 933978"/>
              <a:gd name="connsiteX2-5" fmla="*/ 9139922 w 9168951"/>
              <a:gd name="connsiteY2-6" fmla="*/ 0 h 933978"/>
              <a:gd name="connsiteX3-7" fmla="*/ 9168951 w 9168951"/>
              <a:gd name="connsiteY3-8" fmla="*/ 762000 h 933978"/>
              <a:gd name="connsiteX4-9" fmla="*/ 8682722 w 9168951"/>
              <a:gd name="connsiteY4-10" fmla="*/ 914400 h 933978"/>
              <a:gd name="connsiteX5-11" fmla="*/ 0 w 9168951"/>
              <a:gd name="connsiteY5-12" fmla="*/ 914400 h 933978"/>
              <a:gd name="connsiteX6-13" fmla="*/ 0 w 9168951"/>
              <a:gd name="connsiteY6-14" fmla="*/ 914400 h 933978"/>
              <a:gd name="connsiteX7-15" fmla="*/ 0 w 9168951"/>
              <a:gd name="connsiteY7-16" fmla="*/ 457200 h 933978"/>
              <a:gd name="connsiteX8-17" fmla="*/ 457200 w 9168951"/>
              <a:gd name="connsiteY8-18" fmla="*/ 0 h 933978"/>
              <a:gd name="connsiteX0-19" fmla="*/ 457200 w 9168951"/>
              <a:gd name="connsiteY0-20" fmla="*/ 0 h 918232"/>
              <a:gd name="connsiteX1-21" fmla="*/ 9139922 w 9168951"/>
              <a:gd name="connsiteY1-22" fmla="*/ 0 h 918232"/>
              <a:gd name="connsiteX2-23" fmla="*/ 9139922 w 9168951"/>
              <a:gd name="connsiteY2-24" fmla="*/ 0 h 918232"/>
              <a:gd name="connsiteX3-25" fmla="*/ 9168951 w 9168951"/>
              <a:gd name="connsiteY3-26" fmla="*/ 762000 h 918232"/>
              <a:gd name="connsiteX4-27" fmla="*/ 8682722 w 9168951"/>
              <a:gd name="connsiteY4-28" fmla="*/ 914400 h 918232"/>
              <a:gd name="connsiteX5-29" fmla="*/ 0 w 9168951"/>
              <a:gd name="connsiteY5-30" fmla="*/ 914400 h 918232"/>
              <a:gd name="connsiteX6-31" fmla="*/ 0 w 9168951"/>
              <a:gd name="connsiteY6-32" fmla="*/ 914400 h 918232"/>
              <a:gd name="connsiteX7-33" fmla="*/ 0 w 9168951"/>
              <a:gd name="connsiteY7-34" fmla="*/ 457200 h 918232"/>
              <a:gd name="connsiteX8-35" fmla="*/ 457200 w 9168951"/>
              <a:gd name="connsiteY8-36" fmla="*/ 0 h 918232"/>
              <a:gd name="connsiteX0-37" fmla="*/ 457200 w 9168951"/>
              <a:gd name="connsiteY0-38" fmla="*/ 0 h 918232"/>
              <a:gd name="connsiteX1-39" fmla="*/ 9139922 w 9168951"/>
              <a:gd name="connsiteY1-40" fmla="*/ 0 h 918232"/>
              <a:gd name="connsiteX2-41" fmla="*/ 9139922 w 9168951"/>
              <a:gd name="connsiteY2-42" fmla="*/ 0 h 918232"/>
              <a:gd name="connsiteX3-43" fmla="*/ 9168951 w 9168951"/>
              <a:gd name="connsiteY3-44" fmla="*/ 762000 h 918232"/>
              <a:gd name="connsiteX4-45" fmla="*/ 8682722 w 9168951"/>
              <a:gd name="connsiteY4-46" fmla="*/ 914400 h 918232"/>
              <a:gd name="connsiteX5-47" fmla="*/ 0 w 9168951"/>
              <a:gd name="connsiteY5-48" fmla="*/ 914400 h 918232"/>
              <a:gd name="connsiteX6-49" fmla="*/ 0 w 9168951"/>
              <a:gd name="connsiteY6-50" fmla="*/ 914400 h 918232"/>
              <a:gd name="connsiteX7-51" fmla="*/ 0 w 9168951"/>
              <a:gd name="connsiteY7-52" fmla="*/ 457200 h 918232"/>
              <a:gd name="connsiteX8-53" fmla="*/ 457200 w 9168951"/>
              <a:gd name="connsiteY8-54" fmla="*/ 0 h 918232"/>
              <a:gd name="connsiteX0-55" fmla="*/ 457200 w 9168951"/>
              <a:gd name="connsiteY0-56" fmla="*/ 0 h 918232"/>
              <a:gd name="connsiteX1-57" fmla="*/ 9139922 w 9168951"/>
              <a:gd name="connsiteY1-58" fmla="*/ 0 h 918232"/>
              <a:gd name="connsiteX2-59" fmla="*/ 9139922 w 9168951"/>
              <a:gd name="connsiteY2-60" fmla="*/ 0 h 918232"/>
              <a:gd name="connsiteX3-61" fmla="*/ 9168951 w 9168951"/>
              <a:gd name="connsiteY3-62" fmla="*/ 762000 h 918232"/>
              <a:gd name="connsiteX4-63" fmla="*/ 8682722 w 9168951"/>
              <a:gd name="connsiteY4-64" fmla="*/ 914400 h 918232"/>
              <a:gd name="connsiteX5-65" fmla="*/ 0 w 9168951"/>
              <a:gd name="connsiteY5-66" fmla="*/ 914400 h 918232"/>
              <a:gd name="connsiteX6-67" fmla="*/ 0 w 9168951"/>
              <a:gd name="connsiteY6-68" fmla="*/ 914400 h 918232"/>
              <a:gd name="connsiteX7-69" fmla="*/ 0 w 9168951"/>
              <a:gd name="connsiteY7-70" fmla="*/ 457200 h 918232"/>
              <a:gd name="connsiteX8-71" fmla="*/ 457200 w 9168951"/>
              <a:gd name="connsiteY8-72" fmla="*/ 0 h 918232"/>
              <a:gd name="connsiteX0-73" fmla="*/ 457200 w 9154436"/>
              <a:gd name="connsiteY0-74" fmla="*/ 0 h 956427"/>
              <a:gd name="connsiteX1-75" fmla="*/ 9139922 w 9154436"/>
              <a:gd name="connsiteY1-76" fmla="*/ 0 h 956427"/>
              <a:gd name="connsiteX2-77" fmla="*/ 9139922 w 9154436"/>
              <a:gd name="connsiteY2-78" fmla="*/ 0 h 956427"/>
              <a:gd name="connsiteX3-79" fmla="*/ 9154436 w 9154436"/>
              <a:gd name="connsiteY3-80" fmla="*/ 849086 h 956427"/>
              <a:gd name="connsiteX4-81" fmla="*/ 8682722 w 9154436"/>
              <a:gd name="connsiteY4-82" fmla="*/ 914400 h 956427"/>
              <a:gd name="connsiteX5-83" fmla="*/ 0 w 9154436"/>
              <a:gd name="connsiteY5-84" fmla="*/ 914400 h 956427"/>
              <a:gd name="connsiteX6-85" fmla="*/ 0 w 9154436"/>
              <a:gd name="connsiteY6-86" fmla="*/ 914400 h 956427"/>
              <a:gd name="connsiteX7-87" fmla="*/ 0 w 9154436"/>
              <a:gd name="connsiteY7-88" fmla="*/ 457200 h 956427"/>
              <a:gd name="connsiteX8-89" fmla="*/ 457200 w 9154436"/>
              <a:gd name="connsiteY8-90" fmla="*/ 0 h 956427"/>
              <a:gd name="connsiteX0-91" fmla="*/ 457200 w 9154436"/>
              <a:gd name="connsiteY0-92" fmla="*/ 0 h 956427"/>
              <a:gd name="connsiteX1-93" fmla="*/ 9139922 w 9154436"/>
              <a:gd name="connsiteY1-94" fmla="*/ 0 h 956427"/>
              <a:gd name="connsiteX2-95" fmla="*/ 9139922 w 9154436"/>
              <a:gd name="connsiteY2-96" fmla="*/ 0 h 956427"/>
              <a:gd name="connsiteX3-97" fmla="*/ 9154436 w 9154436"/>
              <a:gd name="connsiteY3-98" fmla="*/ 849086 h 956427"/>
              <a:gd name="connsiteX4-99" fmla="*/ 8682722 w 9154436"/>
              <a:gd name="connsiteY4-100" fmla="*/ 914400 h 956427"/>
              <a:gd name="connsiteX5-101" fmla="*/ 0 w 9154436"/>
              <a:gd name="connsiteY5-102" fmla="*/ 914400 h 956427"/>
              <a:gd name="connsiteX6-103" fmla="*/ 0 w 9154436"/>
              <a:gd name="connsiteY6-104" fmla="*/ 914400 h 956427"/>
              <a:gd name="connsiteX7-105" fmla="*/ 0 w 9154436"/>
              <a:gd name="connsiteY7-106" fmla="*/ 457200 h 956427"/>
              <a:gd name="connsiteX8-107" fmla="*/ 457200 w 9154436"/>
              <a:gd name="connsiteY8-108" fmla="*/ 0 h 956427"/>
              <a:gd name="connsiteX0-109" fmla="*/ 457200 w 9154436"/>
              <a:gd name="connsiteY0-110" fmla="*/ 0 h 950377"/>
              <a:gd name="connsiteX1-111" fmla="*/ 9139922 w 9154436"/>
              <a:gd name="connsiteY1-112" fmla="*/ 0 h 950377"/>
              <a:gd name="connsiteX2-113" fmla="*/ 9139922 w 9154436"/>
              <a:gd name="connsiteY2-114" fmla="*/ 0 h 950377"/>
              <a:gd name="connsiteX3-115" fmla="*/ 9154436 w 9154436"/>
              <a:gd name="connsiteY3-116" fmla="*/ 849086 h 950377"/>
              <a:gd name="connsiteX4-117" fmla="*/ 8682722 w 9154436"/>
              <a:gd name="connsiteY4-118" fmla="*/ 914400 h 950377"/>
              <a:gd name="connsiteX5-119" fmla="*/ 0 w 9154436"/>
              <a:gd name="connsiteY5-120" fmla="*/ 914400 h 950377"/>
              <a:gd name="connsiteX6-121" fmla="*/ 0 w 9154436"/>
              <a:gd name="connsiteY6-122" fmla="*/ 914400 h 950377"/>
              <a:gd name="connsiteX7-123" fmla="*/ 0 w 9154436"/>
              <a:gd name="connsiteY7-124" fmla="*/ 457200 h 950377"/>
              <a:gd name="connsiteX8-125" fmla="*/ 457200 w 9154436"/>
              <a:gd name="connsiteY8-126" fmla="*/ 0 h 950377"/>
              <a:gd name="connsiteX0-127" fmla="*/ 457200 w 9154436"/>
              <a:gd name="connsiteY0-128" fmla="*/ 0 h 915210"/>
              <a:gd name="connsiteX1-129" fmla="*/ 9139922 w 9154436"/>
              <a:gd name="connsiteY1-130" fmla="*/ 0 h 915210"/>
              <a:gd name="connsiteX2-131" fmla="*/ 9139922 w 9154436"/>
              <a:gd name="connsiteY2-132" fmla="*/ 0 h 915210"/>
              <a:gd name="connsiteX3-133" fmla="*/ 9154436 w 9154436"/>
              <a:gd name="connsiteY3-134" fmla="*/ 849086 h 915210"/>
              <a:gd name="connsiteX4-135" fmla="*/ 8682722 w 9154436"/>
              <a:gd name="connsiteY4-136" fmla="*/ 914400 h 915210"/>
              <a:gd name="connsiteX5-137" fmla="*/ 0 w 9154436"/>
              <a:gd name="connsiteY5-138" fmla="*/ 914400 h 915210"/>
              <a:gd name="connsiteX6-139" fmla="*/ 0 w 9154436"/>
              <a:gd name="connsiteY6-140" fmla="*/ 914400 h 915210"/>
              <a:gd name="connsiteX7-141" fmla="*/ 0 w 9154436"/>
              <a:gd name="connsiteY7-142" fmla="*/ 457200 h 915210"/>
              <a:gd name="connsiteX8-143" fmla="*/ 457200 w 9154436"/>
              <a:gd name="connsiteY8-144" fmla="*/ 0 h 915210"/>
              <a:gd name="connsiteX0-145" fmla="*/ 457200 w 9154436"/>
              <a:gd name="connsiteY0-146" fmla="*/ 0 h 914400"/>
              <a:gd name="connsiteX1-147" fmla="*/ 9139922 w 9154436"/>
              <a:gd name="connsiteY1-148" fmla="*/ 0 h 914400"/>
              <a:gd name="connsiteX2-149" fmla="*/ 9139922 w 9154436"/>
              <a:gd name="connsiteY2-150" fmla="*/ 0 h 914400"/>
              <a:gd name="connsiteX3-151" fmla="*/ 9154436 w 9154436"/>
              <a:gd name="connsiteY3-152" fmla="*/ 849086 h 914400"/>
              <a:gd name="connsiteX4-153" fmla="*/ 8682722 w 9154436"/>
              <a:gd name="connsiteY4-154" fmla="*/ 914400 h 914400"/>
              <a:gd name="connsiteX5-155" fmla="*/ 0 w 9154436"/>
              <a:gd name="connsiteY5-156" fmla="*/ 914400 h 914400"/>
              <a:gd name="connsiteX6-157" fmla="*/ 0 w 9154436"/>
              <a:gd name="connsiteY6-158" fmla="*/ 914400 h 914400"/>
              <a:gd name="connsiteX7-159" fmla="*/ 0 w 9154436"/>
              <a:gd name="connsiteY7-160" fmla="*/ 457200 h 914400"/>
              <a:gd name="connsiteX8-161" fmla="*/ 457200 w 9154436"/>
              <a:gd name="connsiteY8-162" fmla="*/ 0 h 914400"/>
              <a:gd name="connsiteX0-163" fmla="*/ 457200 w 9154436"/>
              <a:gd name="connsiteY0-164" fmla="*/ 0 h 914400"/>
              <a:gd name="connsiteX1-165" fmla="*/ 9139922 w 9154436"/>
              <a:gd name="connsiteY1-166" fmla="*/ 0 h 914400"/>
              <a:gd name="connsiteX2-167" fmla="*/ 9139922 w 9154436"/>
              <a:gd name="connsiteY2-168" fmla="*/ 0 h 914400"/>
              <a:gd name="connsiteX3-169" fmla="*/ 9154436 w 9154436"/>
              <a:gd name="connsiteY3-170" fmla="*/ 849086 h 914400"/>
              <a:gd name="connsiteX4-171" fmla="*/ 8682722 w 9154436"/>
              <a:gd name="connsiteY4-172" fmla="*/ 914400 h 914400"/>
              <a:gd name="connsiteX5-173" fmla="*/ 0 w 9154436"/>
              <a:gd name="connsiteY5-174" fmla="*/ 914400 h 914400"/>
              <a:gd name="connsiteX6-175" fmla="*/ 0 w 9154436"/>
              <a:gd name="connsiteY6-176" fmla="*/ 914400 h 914400"/>
              <a:gd name="connsiteX7-177" fmla="*/ 0 w 9154436"/>
              <a:gd name="connsiteY7-178" fmla="*/ 457200 h 914400"/>
              <a:gd name="connsiteX8-179" fmla="*/ 457200 w 9154436"/>
              <a:gd name="connsiteY8-180" fmla="*/ 0 h 914400"/>
              <a:gd name="connsiteX0-181" fmla="*/ 457200 w 9139922"/>
              <a:gd name="connsiteY0-182" fmla="*/ 0 h 916785"/>
              <a:gd name="connsiteX1-183" fmla="*/ 9139922 w 9139922"/>
              <a:gd name="connsiteY1-184" fmla="*/ 0 h 916785"/>
              <a:gd name="connsiteX2-185" fmla="*/ 9139922 w 9139922"/>
              <a:gd name="connsiteY2-186" fmla="*/ 0 h 916785"/>
              <a:gd name="connsiteX3-187" fmla="*/ 9139922 w 9139922"/>
              <a:gd name="connsiteY3-188" fmla="*/ 892629 h 916785"/>
              <a:gd name="connsiteX4-189" fmla="*/ 8682722 w 9139922"/>
              <a:gd name="connsiteY4-190" fmla="*/ 914400 h 916785"/>
              <a:gd name="connsiteX5-191" fmla="*/ 0 w 9139922"/>
              <a:gd name="connsiteY5-192" fmla="*/ 914400 h 916785"/>
              <a:gd name="connsiteX6-193" fmla="*/ 0 w 9139922"/>
              <a:gd name="connsiteY6-194" fmla="*/ 914400 h 916785"/>
              <a:gd name="connsiteX7-195" fmla="*/ 0 w 9139922"/>
              <a:gd name="connsiteY7-196" fmla="*/ 457200 h 916785"/>
              <a:gd name="connsiteX8-197" fmla="*/ 457200 w 9139922"/>
              <a:gd name="connsiteY8-198" fmla="*/ 0 h 916785"/>
              <a:gd name="connsiteX0-199" fmla="*/ 457200 w 9139922"/>
              <a:gd name="connsiteY0-200" fmla="*/ 0 h 916785"/>
              <a:gd name="connsiteX1-201" fmla="*/ 9139922 w 9139922"/>
              <a:gd name="connsiteY1-202" fmla="*/ 0 h 916785"/>
              <a:gd name="connsiteX2-203" fmla="*/ 9139922 w 9139922"/>
              <a:gd name="connsiteY2-204" fmla="*/ 0 h 916785"/>
              <a:gd name="connsiteX3-205" fmla="*/ 9139922 w 9139922"/>
              <a:gd name="connsiteY3-206" fmla="*/ 892629 h 916785"/>
              <a:gd name="connsiteX4-207" fmla="*/ 8682722 w 9139922"/>
              <a:gd name="connsiteY4-208" fmla="*/ 914400 h 916785"/>
              <a:gd name="connsiteX5-209" fmla="*/ 0 w 9139922"/>
              <a:gd name="connsiteY5-210" fmla="*/ 914400 h 916785"/>
              <a:gd name="connsiteX6-211" fmla="*/ 0 w 9139922"/>
              <a:gd name="connsiteY6-212" fmla="*/ 914400 h 916785"/>
              <a:gd name="connsiteX7-213" fmla="*/ 0 w 9139922"/>
              <a:gd name="connsiteY7-214" fmla="*/ 457200 h 916785"/>
              <a:gd name="connsiteX8-215" fmla="*/ 457200 w 9139922"/>
              <a:gd name="connsiteY8-216" fmla="*/ 0 h 9167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39922" h="916785">
                <a:moveTo>
                  <a:pt x="457200" y="0"/>
                </a:moveTo>
                <a:lnTo>
                  <a:pt x="9139922" y="0"/>
                </a:lnTo>
                <a:lnTo>
                  <a:pt x="9139922" y="0"/>
                </a:lnTo>
                <a:cubicBezTo>
                  <a:pt x="9139922" y="152400"/>
                  <a:pt x="9139924" y="943429"/>
                  <a:pt x="9139922" y="892629"/>
                </a:cubicBezTo>
                <a:cubicBezTo>
                  <a:pt x="9096380" y="927420"/>
                  <a:pt x="8935227" y="914400"/>
                  <a:pt x="8682722" y="914400"/>
                </a:cubicBezTo>
                <a:lnTo>
                  <a:pt x="0" y="914400"/>
                </a:lnTo>
                <a:lnTo>
                  <a:pt x="0" y="914400"/>
                </a:lnTo>
                <a:lnTo>
                  <a:pt x="0" y="457200"/>
                </a:ln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5">
                  <a:lumMod val="75000"/>
                </a:schemeClr>
              </a:gs>
              <a:gs pos="8000">
                <a:srgbClr val="00030A"/>
              </a:gs>
              <a:gs pos="100000">
                <a:srgbClr val="000A1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标题 1"/>
          <p:cNvSpPr txBox="1">
            <a:spLocks noChangeArrowheads="1"/>
          </p:cNvSpPr>
          <p:nvPr userDrawn="1"/>
        </p:nvSpPr>
        <p:spPr>
          <a:xfrm>
            <a:off x="7061200" y="6303963"/>
            <a:ext cx="2085975" cy="512762"/>
          </a:xfrm>
          <a:prstGeom prst="rect">
            <a:avLst/>
          </a:prstGeom>
        </p:spPr>
        <p:txBody>
          <a:bodyPr lIns="0" tIns="0" rIns="0" b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Calibri" panose="020F0502020204030204" pitchFamily="34" charset="0"/>
              </a:rPr>
              <a:t>计信学院</a:t>
            </a:r>
          </a:p>
        </p:txBody>
      </p:sp>
      <p:sp>
        <p:nvSpPr>
          <p:cNvPr id="9" name="对角圆角矩形 1"/>
          <p:cNvSpPr/>
          <p:nvPr userDrawn="1"/>
        </p:nvSpPr>
        <p:spPr>
          <a:xfrm>
            <a:off x="-12430" y="-14516"/>
            <a:ext cx="9155573" cy="779220"/>
          </a:xfrm>
          <a:custGeom>
            <a:avLst/>
            <a:gdLst>
              <a:gd name="connsiteX0" fmla="*/ 601216 w 9324528"/>
              <a:gd name="connsiteY0" fmla="*/ 0 h 1202432"/>
              <a:gd name="connsiteX1" fmla="*/ 9324528 w 9324528"/>
              <a:gd name="connsiteY1" fmla="*/ 0 h 1202432"/>
              <a:gd name="connsiteX2" fmla="*/ 9324528 w 9324528"/>
              <a:gd name="connsiteY2" fmla="*/ 0 h 1202432"/>
              <a:gd name="connsiteX3" fmla="*/ 9324528 w 9324528"/>
              <a:gd name="connsiteY3" fmla="*/ 601216 h 1202432"/>
              <a:gd name="connsiteX4" fmla="*/ 8723312 w 9324528"/>
              <a:gd name="connsiteY4" fmla="*/ 1202432 h 1202432"/>
              <a:gd name="connsiteX5" fmla="*/ 0 w 9324528"/>
              <a:gd name="connsiteY5" fmla="*/ 1202432 h 1202432"/>
              <a:gd name="connsiteX6" fmla="*/ 0 w 9324528"/>
              <a:gd name="connsiteY6" fmla="*/ 1202432 h 1202432"/>
              <a:gd name="connsiteX7" fmla="*/ 0 w 9324528"/>
              <a:gd name="connsiteY7" fmla="*/ 601216 h 1202432"/>
              <a:gd name="connsiteX8" fmla="*/ 601216 w 9324528"/>
              <a:gd name="connsiteY8" fmla="*/ 0 h 1202432"/>
              <a:gd name="connsiteX0-1" fmla="*/ 601216 w 9324528"/>
              <a:gd name="connsiteY0-2" fmla="*/ 0 h 1202432"/>
              <a:gd name="connsiteX1-3" fmla="*/ 9324528 w 9324528"/>
              <a:gd name="connsiteY1-4" fmla="*/ 0 h 1202432"/>
              <a:gd name="connsiteX2-5" fmla="*/ 9324528 w 9324528"/>
              <a:gd name="connsiteY2-6" fmla="*/ 0 h 1202432"/>
              <a:gd name="connsiteX3-7" fmla="*/ 9324528 w 9324528"/>
              <a:gd name="connsiteY3-8" fmla="*/ 601216 h 1202432"/>
              <a:gd name="connsiteX4-9" fmla="*/ 8723312 w 9324528"/>
              <a:gd name="connsiteY4-10" fmla="*/ 1202432 h 1202432"/>
              <a:gd name="connsiteX5-11" fmla="*/ 0 w 9324528"/>
              <a:gd name="connsiteY5-12" fmla="*/ 1202432 h 1202432"/>
              <a:gd name="connsiteX6-13" fmla="*/ 0 w 9324528"/>
              <a:gd name="connsiteY6-14" fmla="*/ 1202432 h 1202432"/>
              <a:gd name="connsiteX7-15" fmla="*/ 0 w 9324528"/>
              <a:gd name="connsiteY7-16" fmla="*/ 601216 h 1202432"/>
              <a:gd name="connsiteX8-17" fmla="*/ 601216 w 9324528"/>
              <a:gd name="connsiteY8-18" fmla="*/ 0 h 1202432"/>
              <a:gd name="connsiteX0-19" fmla="*/ 601216 w 9324528"/>
              <a:gd name="connsiteY0-20" fmla="*/ 0 h 1202432"/>
              <a:gd name="connsiteX1-21" fmla="*/ 9324528 w 9324528"/>
              <a:gd name="connsiteY1-22" fmla="*/ 0 h 1202432"/>
              <a:gd name="connsiteX2-23" fmla="*/ 9324528 w 9324528"/>
              <a:gd name="connsiteY2-24" fmla="*/ 0 h 1202432"/>
              <a:gd name="connsiteX3-25" fmla="*/ 9324528 w 9324528"/>
              <a:gd name="connsiteY3-26" fmla="*/ 601216 h 1202432"/>
              <a:gd name="connsiteX4-27" fmla="*/ 8723312 w 9324528"/>
              <a:gd name="connsiteY4-28" fmla="*/ 1202432 h 1202432"/>
              <a:gd name="connsiteX5-29" fmla="*/ 0 w 9324528"/>
              <a:gd name="connsiteY5-30" fmla="*/ 1202432 h 1202432"/>
              <a:gd name="connsiteX6-31" fmla="*/ 130628 w 9324528"/>
              <a:gd name="connsiteY6-32" fmla="*/ 1202432 h 1202432"/>
              <a:gd name="connsiteX7-33" fmla="*/ 0 w 9324528"/>
              <a:gd name="connsiteY7-34" fmla="*/ 601216 h 1202432"/>
              <a:gd name="connsiteX8-35" fmla="*/ 601216 w 9324528"/>
              <a:gd name="connsiteY8-36" fmla="*/ 0 h 1202432"/>
              <a:gd name="connsiteX0-37" fmla="*/ 601216 w 9324528"/>
              <a:gd name="connsiteY0-38" fmla="*/ 0 h 1202432"/>
              <a:gd name="connsiteX1-39" fmla="*/ 9324528 w 9324528"/>
              <a:gd name="connsiteY1-40" fmla="*/ 0 h 1202432"/>
              <a:gd name="connsiteX2-41" fmla="*/ 9324528 w 9324528"/>
              <a:gd name="connsiteY2-42" fmla="*/ 0 h 1202432"/>
              <a:gd name="connsiteX3-43" fmla="*/ 9324528 w 9324528"/>
              <a:gd name="connsiteY3-44" fmla="*/ 601216 h 1202432"/>
              <a:gd name="connsiteX4-45" fmla="*/ 8723312 w 9324528"/>
              <a:gd name="connsiteY4-46" fmla="*/ 1202432 h 1202432"/>
              <a:gd name="connsiteX5-47" fmla="*/ 0 w 9324528"/>
              <a:gd name="connsiteY5-48" fmla="*/ 1202432 h 1202432"/>
              <a:gd name="connsiteX6-49" fmla="*/ 130628 w 9324528"/>
              <a:gd name="connsiteY6-50" fmla="*/ 1202432 h 1202432"/>
              <a:gd name="connsiteX7-51" fmla="*/ 188685 w 9324528"/>
              <a:gd name="connsiteY7-52" fmla="*/ 601216 h 1202432"/>
              <a:gd name="connsiteX8-53" fmla="*/ 601216 w 9324528"/>
              <a:gd name="connsiteY8-54" fmla="*/ 0 h 1202432"/>
              <a:gd name="connsiteX0-55" fmla="*/ 601216 w 9324528"/>
              <a:gd name="connsiteY0-56" fmla="*/ 0 h 1202432"/>
              <a:gd name="connsiteX1-57" fmla="*/ 9324528 w 9324528"/>
              <a:gd name="connsiteY1-58" fmla="*/ 0 h 1202432"/>
              <a:gd name="connsiteX2-59" fmla="*/ 9324528 w 9324528"/>
              <a:gd name="connsiteY2-60" fmla="*/ 0 h 1202432"/>
              <a:gd name="connsiteX3-61" fmla="*/ 9324528 w 9324528"/>
              <a:gd name="connsiteY3-62" fmla="*/ 601216 h 1202432"/>
              <a:gd name="connsiteX4-63" fmla="*/ 8723312 w 9324528"/>
              <a:gd name="connsiteY4-64" fmla="*/ 1202432 h 1202432"/>
              <a:gd name="connsiteX5-65" fmla="*/ 0 w 9324528"/>
              <a:gd name="connsiteY5-66" fmla="*/ 1202432 h 1202432"/>
              <a:gd name="connsiteX6-67" fmla="*/ 188685 w 9324528"/>
              <a:gd name="connsiteY6-68" fmla="*/ 1202432 h 1202432"/>
              <a:gd name="connsiteX7-69" fmla="*/ 188685 w 9324528"/>
              <a:gd name="connsiteY7-70" fmla="*/ 601216 h 1202432"/>
              <a:gd name="connsiteX8-71" fmla="*/ 601216 w 9324528"/>
              <a:gd name="connsiteY8-72" fmla="*/ 0 h 1202432"/>
              <a:gd name="connsiteX0-73" fmla="*/ 586701 w 9324528"/>
              <a:gd name="connsiteY0-74" fmla="*/ 14514 h 1202432"/>
              <a:gd name="connsiteX1-75" fmla="*/ 9324528 w 9324528"/>
              <a:gd name="connsiteY1-76" fmla="*/ 0 h 1202432"/>
              <a:gd name="connsiteX2-77" fmla="*/ 9324528 w 9324528"/>
              <a:gd name="connsiteY2-78" fmla="*/ 0 h 1202432"/>
              <a:gd name="connsiteX3-79" fmla="*/ 9324528 w 9324528"/>
              <a:gd name="connsiteY3-80" fmla="*/ 601216 h 1202432"/>
              <a:gd name="connsiteX4-81" fmla="*/ 8723312 w 9324528"/>
              <a:gd name="connsiteY4-82" fmla="*/ 1202432 h 1202432"/>
              <a:gd name="connsiteX5-83" fmla="*/ 0 w 9324528"/>
              <a:gd name="connsiteY5-84" fmla="*/ 1202432 h 1202432"/>
              <a:gd name="connsiteX6-85" fmla="*/ 188685 w 9324528"/>
              <a:gd name="connsiteY6-86" fmla="*/ 1202432 h 1202432"/>
              <a:gd name="connsiteX7-87" fmla="*/ 188685 w 9324528"/>
              <a:gd name="connsiteY7-88" fmla="*/ 601216 h 1202432"/>
              <a:gd name="connsiteX8-89" fmla="*/ 586701 w 9324528"/>
              <a:gd name="connsiteY8-90" fmla="*/ 14514 h 1202432"/>
              <a:gd name="connsiteX0-91" fmla="*/ 586701 w 9324528"/>
              <a:gd name="connsiteY0-92" fmla="*/ 14514 h 1202432"/>
              <a:gd name="connsiteX1-93" fmla="*/ 9324528 w 9324528"/>
              <a:gd name="connsiteY1-94" fmla="*/ 0 h 1202432"/>
              <a:gd name="connsiteX2-95" fmla="*/ 9324528 w 9324528"/>
              <a:gd name="connsiteY2-96" fmla="*/ 0 h 1202432"/>
              <a:gd name="connsiteX3-97" fmla="*/ 9324528 w 9324528"/>
              <a:gd name="connsiteY3-98" fmla="*/ 601216 h 1202432"/>
              <a:gd name="connsiteX4-99" fmla="*/ 8723312 w 9324528"/>
              <a:gd name="connsiteY4-100" fmla="*/ 1202432 h 1202432"/>
              <a:gd name="connsiteX5-101" fmla="*/ 0 w 9324528"/>
              <a:gd name="connsiteY5-102" fmla="*/ 1202432 h 1202432"/>
              <a:gd name="connsiteX6-103" fmla="*/ 188685 w 9324528"/>
              <a:gd name="connsiteY6-104" fmla="*/ 1202432 h 1202432"/>
              <a:gd name="connsiteX7-105" fmla="*/ 188685 w 9324528"/>
              <a:gd name="connsiteY7-106" fmla="*/ 601216 h 1202432"/>
              <a:gd name="connsiteX8-107" fmla="*/ 586701 w 9324528"/>
              <a:gd name="connsiteY8-108" fmla="*/ 14514 h 1202432"/>
              <a:gd name="connsiteX0-109" fmla="*/ 586701 w 9324528"/>
              <a:gd name="connsiteY0-110" fmla="*/ 14514 h 1202432"/>
              <a:gd name="connsiteX1-111" fmla="*/ 9324528 w 9324528"/>
              <a:gd name="connsiteY1-112" fmla="*/ 0 h 1202432"/>
              <a:gd name="connsiteX2-113" fmla="*/ 9324528 w 9324528"/>
              <a:gd name="connsiteY2-114" fmla="*/ 0 h 1202432"/>
              <a:gd name="connsiteX3-115" fmla="*/ 9324528 w 9324528"/>
              <a:gd name="connsiteY3-116" fmla="*/ 601216 h 1202432"/>
              <a:gd name="connsiteX4-117" fmla="*/ 8723312 w 9324528"/>
              <a:gd name="connsiteY4-118" fmla="*/ 1202432 h 1202432"/>
              <a:gd name="connsiteX5-119" fmla="*/ 0 w 9324528"/>
              <a:gd name="connsiteY5-120" fmla="*/ 1202432 h 1202432"/>
              <a:gd name="connsiteX6-121" fmla="*/ 188685 w 9324528"/>
              <a:gd name="connsiteY6-122" fmla="*/ 1202432 h 1202432"/>
              <a:gd name="connsiteX7-123" fmla="*/ 188685 w 9324528"/>
              <a:gd name="connsiteY7-124" fmla="*/ 601216 h 1202432"/>
              <a:gd name="connsiteX8-125" fmla="*/ 586701 w 9324528"/>
              <a:gd name="connsiteY8-126" fmla="*/ 14514 h 1202432"/>
              <a:gd name="connsiteX0-127" fmla="*/ 240915 w 9341599"/>
              <a:gd name="connsiteY0-128" fmla="*/ 0 h 1202433"/>
              <a:gd name="connsiteX1-129" fmla="*/ 9341599 w 9341599"/>
              <a:gd name="connsiteY1-130" fmla="*/ 1 h 1202433"/>
              <a:gd name="connsiteX2-131" fmla="*/ 9341599 w 9341599"/>
              <a:gd name="connsiteY2-132" fmla="*/ 1 h 1202433"/>
              <a:gd name="connsiteX3-133" fmla="*/ 9341599 w 9341599"/>
              <a:gd name="connsiteY3-134" fmla="*/ 601217 h 1202433"/>
              <a:gd name="connsiteX4-135" fmla="*/ 8740383 w 9341599"/>
              <a:gd name="connsiteY4-136" fmla="*/ 1202433 h 1202433"/>
              <a:gd name="connsiteX5-137" fmla="*/ 17071 w 9341599"/>
              <a:gd name="connsiteY5-138" fmla="*/ 1202433 h 1202433"/>
              <a:gd name="connsiteX6-139" fmla="*/ 205756 w 9341599"/>
              <a:gd name="connsiteY6-140" fmla="*/ 1202433 h 1202433"/>
              <a:gd name="connsiteX7-141" fmla="*/ 205756 w 9341599"/>
              <a:gd name="connsiteY7-142" fmla="*/ 601217 h 1202433"/>
              <a:gd name="connsiteX8-143" fmla="*/ 240915 w 9341599"/>
              <a:gd name="connsiteY8-144" fmla="*/ 0 h 1202433"/>
              <a:gd name="connsiteX0-145" fmla="*/ 223844 w 9324528"/>
              <a:gd name="connsiteY0-146" fmla="*/ 0 h 1202433"/>
              <a:gd name="connsiteX1-147" fmla="*/ 9324528 w 9324528"/>
              <a:gd name="connsiteY1-148" fmla="*/ 1 h 1202433"/>
              <a:gd name="connsiteX2-149" fmla="*/ 9324528 w 9324528"/>
              <a:gd name="connsiteY2-150" fmla="*/ 1 h 1202433"/>
              <a:gd name="connsiteX3-151" fmla="*/ 9324528 w 9324528"/>
              <a:gd name="connsiteY3-152" fmla="*/ 601217 h 1202433"/>
              <a:gd name="connsiteX4-153" fmla="*/ 8723312 w 9324528"/>
              <a:gd name="connsiteY4-154" fmla="*/ 1202433 h 1202433"/>
              <a:gd name="connsiteX5-155" fmla="*/ 0 w 9324528"/>
              <a:gd name="connsiteY5-156" fmla="*/ 1202433 h 1202433"/>
              <a:gd name="connsiteX6-157" fmla="*/ 188685 w 9324528"/>
              <a:gd name="connsiteY6-158" fmla="*/ 1202433 h 1202433"/>
              <a:gd name="connsiteX7-159" fmla="*/ 188685 w 9324528"/>
              <a:gd name="connsiteY7-160" fmla="*/ 601217 h 1202433"/>
              <a:gd name="connsiteX8-161" fmla="*/ 223844 w 9324528"/>
              <a:gd name="connsiteY8-162" fmla="*/ 0 h 1202433"/>
              <a:gd name="connsiteX0-163" fmla="*/ 223844 w 9324528"/>
              <a:gd name="connsiteY0-164" fmla="*/ 0 h 1202433"/>
              <a:gd name="connsiteX1-165" fmla="*/ 9324528 w 9324528"/>
              <a:gd name="connsiteY1-166" fmla="*/ 1 h 1202433"/>
              <a:gd name="connsiteX2-167" fmla="*/ 9324528 w 9324528"/>
              <a:gd name="connsiteY2-168" fmla="*/ 1 h 1202433"/>
              <a:gd name="connsiteX3-169" fmla="*/ 9324528 w 9324528"/>
              <a:gd name="connsiteY3-170" fmla="*/ 601217 h 1202433"/>
              <a:gd name="connsiteX4-171" fmla="*/ 8723312 w 9324528"/>
              <a:gd name="connsiteY4-172" fmla="*/ 1202433 h 1202433"/>
              <a:gd name="connsiteX5-173" fmla="*/ 0 w 9324528"/>
              <a:gd name="connsiteY5-174" fmla="*/ 1202433 h 1202433"/>
              <a:gd name="connsiteX6-175" fmla="*/ 188685 w 9324528"/>
              <a:gd name="connsiteY6-176" fmla="*/ 1202433 h 1202433"/>
              <a:gd name="connsiteX7-177" fmla="*/ 188685 w 9324528"/>
              <a:gd name="connsiteY7-178" fmla="*/ 601217 h 1202433"/>
              <a:gd name="connsiteX8-179" fmla="*/ 223844 w 9324528"/>
              <a:gd name="connsiteY8-180" fmla="*/ 0 h 1202433"/>
              <a:gd name="connsiteX0-181" fmla="*/ 39039 w 9139723"/>
              <a:gd name="connsiteY0-182" fmla="*/ 0 h 1202433"/>
              <a:gd name="connsiteX1-183" fmla="*/ 9139723 w 9139723"/>
              <a:gd name="connsiteY1-184" fmla="*/ 1 h 1202433"/>
              <a:gd name="connsiteX2-185" fmla="*/ 9139723 w 9139723"/>
              <a:gd name="connsiteY2-186" fmla="*/ 1 h 1202433"/>
              <a:gd name="connsiteX3-187" fmla="*/ 9139723 w 9139723"/>
              <a:gd name="connsiteY3-188" fmla="*/ 601217 h 1202433"/>
              <a:gd name="connsiteX4-189" fmla="*/ 8538507 w 9139723"/>
              <a:gd name="connsiteY4-190" fmla="*/ 1202433 h 1202433"/>
              <a:gd name="connsiteX5-191" fmla="*/ 3898 w 9139723"/>
              <a:gd name="connsiteY5-192" fmla="*/ 1202433 h 1202433"/>
              <a:gd name="connsiteX6-193" fmla="*/ 3880 w 9139723"/>
              <a:gd name="connsiteY6-194" fmla="*/ 1202433 h 1202433"/>
              <a:gd name="connsiteX7-195" fmla="*/ 3880 w 9139723"/>
              <a:gd name="connsiteY7-196" fmla="*/ 601217 h 1202433"/>
              <a:gd name="connsiteX8-197" fmla="*/ 39039 w 9139723"/>
              <a:gd name="connsiteY8-198" fmla="*/ 0 h 1202433"/>
              <a:gd name="connsiteX0-199" fmla="*/ 23006 w 9167233"/>
              <a:gd name="connsiteY0-200" fmla="*/ 0 h 1216947"/>
              <a:gd name="connsiteX1-201" fmla="*/ 9167233 w 9167233"/>
              <a:gd name="connsiteY1-202" fmla="*/ 14515 h 1216947"/>
              <a:gd name="connsiteX2-203" fmla="*/ 9167233 w 9167233"/>
              <a:gd name="connsiteY2-204" fmla="*/ 14515 h 1216947"/>
              <a:gd name="connsiteX3-205" fmla="*/ 9167233 w 9167233"/>
              <a:gd name="connsiteY3-206" fmla="*/ 615731 h 1216947"/>
              <a:gd name="connsiteX4-207" fmla="*/ 8566017 w 9167233"/>
              <a:gd name="connsiteY4-208" fmla="*/ 1216947 h 1216947"/>
              <a:gd name="connsiteX5-209" fmla="*/ 31408 w 9167233"/>
              <a:gd name="connsiteY5-210" fmla="*/ 1216947 h 1216947"/>
              <a:gd name="connsiteX6-211" fmla="*/ 31390 w 9167233"/>
              <a:gd name="connsiteY6-212" fmla="*/ 1216947 h 1216947"/>
              <a:gd name="connsiteX7-213" fmla="*/ 31390 w 9167233"/>
              <a:gd name="connsiteY7-214" fmla="*/ 615731 h 1216947"/>
              <a:gd name="connsiteX8-215" fmla="*/ 23006 w 9167233"/>
              <a:gd name="connsiteY8-216" fmla="*/ 0 h 1216947"/>
              <a:gd name="connsiteX0-217" fmla="*/ 26705 w 9156415"/>
              <a:gd name="connsiteY0-218" fmla="*/ 0 h 1216947"/>
              <a:gd name="connsiteX1-219" fmla="*/ 9156415 w 9156415"/>
              <a:gd name="connsiteY1-220" fmla="*/ 14515 h 1216947"/>
              <a:gd name="connsiteX2-221" fmla="*/ 9156415 w 9156415"/>
              <a:gd name="connsiteY2-222" fmla="*/ 14515 h 1216947"/>
              <a:gd name="connsiteX3-223" fmla="*/ 9156415 w 9156415"/>
              <a:gd name="connsiteY3-224" fmla="*/ 615731 h 1216947"/>
              <a:gd name="connsiteX4-225" fmla="*/ 8555199 w 9156415"/>
              <a:gd name="connsiteY4-226" fmla="*/ 1216947 h 1216947"/>
              <a:gd name="connsiteX5-227" fmla="*/ 20590 w 9156415"/>
              <a:gd name="connsiteY5-228" fmla="*/ 1216947 h 1216947"/>
              <a:gd name="connsiteX6-229" fmla="*/ 20572 w 9156415"/>
              <a:gd name="connsiteY6-230" fmla="*/ 1216947 h 1216947"/>
              <a:gd name="connsiteX7-231" fmla="*/ 20572 w 9156415"/>
              <a:gd name="connsiteY7-232" fmla="*/ 615731 h 1216947"/>
              <a:gd name="connsiteX8-233" fmla="*/ 26705 w 9156415"/>
              <a:gd name="connsiteY8-234" fmla="*/ 0 h 12169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56415" h="1216947">
                <a:moveTo>
                  <a:pt x="26705" y="0"/>
                </a:moveTo>
                <a:lnTo>
                  <a:pt x="9156415" y="14515"/>
                </a:lnTo>
                <a:lnTo>
                  <a:pt x="9156415" y="14515"/>
                </a:lnTo>
                <a:lnTo>
                  <a:pt x="9156415" y="615731"/>
                </a:lnTo>
                <a:cubicBezTo>
                  <a:pt x="9156415" y="947773"/>
                  <a:pt x="8887241" y="1216947"/>
                  <a:pt x="8555199" y="1216947"/>
                </a:cubicBezTo>
                <a:lnTo>
                  <a:pt x="20590" y="1216947"/>
                </a:lnTo>
                <a:lnTo>
                  <a:pt x="20572" y="1216947"/>
                </a:lnTo>
                <a:lnTo>
                  <a:pt x="20572" y="615731"/>
                </a:lnTo>
                <a:cubicBezTo>
                  <a:pt x="20572" y="283689"/>
                  <a:pt x="-29566" y="14513"/>
                  <a:pt x="26705" y="0"/>
                </a:cubicBezTo>
                <a:close/>
              </a:path>
            </a:pathLst>
          </a:custGeom>
          <a:gradFill flip="none" rotWithShape="1">
            <a:gsLst>
              <a:gs pos="1667">
                <a:srgbClr val="00030A"/>
              </a:gs>
              <a:gs pos="37000">
                <a:schemeClr val="accent5">
                  <a:lumMod val="75000"/>
                </a:schemeClr>
              </a:gs>
              <a:gs pos="83336">
                <a:srgbClr val="17375E"/>
              </a:gs>
              <a:gs pos="88744">
                <a:schemeClr val="tx2">
                  <a:lumMod val="75000"/>
                </a:schemeClr>
              </a:gs>
              <a:gs pos="79155">
                <a:schemeClr val="tx2">
                  <a:lumMod val="75000"/>
                </a:schemeClr>
              </a:gs>
              <a:gs pos="84000">
                <a:srgbClr val="143C52"/>
              </a:gs>
              <a:gs pos="12920">
                <a:srgbClr val="1B4267"/>
              </a:gs>
              <a:gs pos="9000">
                <a:schemeClr val="tx2">
                  <a:lumMod val="75000"/>
                </a:schemeClr>
              </a:gs>
              <a:gs pos="100000">
                <a:srgbClr val="000A1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3087" name="图片 5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5976938"/>
            <a:ext cx="1247775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229600" y="5867400"/>
            <a:ext cx="669925" cy="666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91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13AE868-3722-41D6-BC2D-BE9F3CC60F89}" type="datetimeFigureOut">
              <a:rPr lang="zh-CN" altLang="en-US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C0F4897-CA11-4FC6-B6A6-3AC385499A5B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对角圆角矩形 5"/>
          <p:cNvSpPr/>
          <p:nvPr userDrawn="1"/>
        </p:nvSpPr>
        <p:spPr>
          <a:xfrm>
            <a:off x="0" y="6371321"/>
            <a:ext cx="9144000" cy="486679"/>
          </a:xfrm>
          <a:custGeom>
            <a:avLst/>
            <a:gdLst>
              <a:gd name="connsiteX0" fmla="*/ 457200 w 9139922"/>
              <a:gd name="connsiteY0" fmla="*/ 0 h 914400"/>
              <a:gd name="connsiteX1" fmla="*/ 9139922 w 9139922"/>
              <a:gd name="connsiteY1" fmla="*/ 0 h 914400"/>
              <a:gd name="connsiteX2" fmla="*/ 9139922 w 9139922"/>
              <a:gd name="connsiteY2" fmla="*/ 0 h 914400"/>
              <a:gd name="connsiteX3" fmla="*/ 9139922 w 9139922"/>
              <a:gd name="connsiteY3" fmla="*/ 457200 h 914400"/>
              <a:gd name="connsiteX4" fmla="*/ 8682722 w 9139922"/>
              <a:gd name="connsiteY4" fmla="*/ 914400 h 914400"/>
              <a:gd name="connsiteX5" fmla="*/ 0 w 9139922"/>
              <a:gd name="connsiteY5" fmla="*/ 914400 h 914400"/>
              <a:gd name="connsiteX6" fmla="*/ 0 w 9139922"/>
              <a:gd name="connsiteY6" fmla="*/ 914400 h 914400"/>
              <a:gd name="connsiteX7" fmla="*/ 0 w 9139922"/>
              <a:gd name="connsiteY7" fmla="*/ 457200 h 914400"/>
              <a:gd name="connsiteX8" fmla="*/ 457200 w 9139922"/>
              <a:gd name="connsiteY8" fmla="*/ 0 h 914400"/>
              <a:gd name="connsiteX0-1" fmla="*/ 457200 w 9168951"/>
              <a:gd name="connsiteY0-2" fmla="*/ 0 h 933978"/>
              <a:gd name="connsiteX1-3" fmla="*/ 9139922 w 9168951"/>
              <a:gd name="connsiteY1-4" fmla="*/ 0 h 933978"/>
              <a:gd name="connsiteX2-5" fmla="*/ 9139922 w 9168951"/>
              <a:gd name="connsiteY2-6" fmla="*/ 0 h 933978"/>
              <a:gd name="connsiteX3-7" fmla="*/ 9168951 w 9168951"/>
              <a:gd name="connsiteY3-8" fmla="*/ 762000 h 933978"/>
              <a:gd name="connsiteX4-9" fmla="*/ 8682722 w 9168951"/>
              <a:gd name="connsiteY4-10" fmla="*/ 914400 h 933978"/>
              <a:gd name="connsiteX5-11" fmla="*/ 0 w 9168951"/>
              <a:gd name="connsiteY5-12" fmla="*/ 914400 h 933978"/>
              <a:gd name="connsiteX6-13" fmla="*/ 0 w 9168951"/>
              <a:gd name="connsiteY6-14" fmla="*/ 914400 h 933978"/>
              <a:gd name="connsiteX7-15" fmla="*/ 0 w 9168951"/>
              <a:gd name="connsiteY7-16" fmla="*/ 457200 h 933978"/>
              <a:gd name="connsiteX8-17" fmla="*/ 457200 w 9168951"/>
              <a:gd name="connsiteY8-18" fmla="*/ 0 h 933978"/>
              <a:gd name="connsiteX0-19" fmla="*/ 457200 w 9168951"/>
              <a:gd name="connsiteY0-20" fmla="*/ 0 h 918232"/>
              <a:gd name="connsiteX1-21" fmla="*/ 9139922 w 9168951"/>
              <a:gd name="connsiteY1-22" fmla="*/ 0 h 918232"/>
              <a:gd name="connsiteX2-23" fmla="*/ 9139922 w 9168951"/>
              <a:gd name="connsiteY2-24" fmla="*/ 0 h 918232"/>
              <a:gd name="connsiteX3-25" fmla="*/ 9168951 w 9168951"/>
              <a:gd name="connsiteY3-26" fmla="*/ 762000 h 918232"/>
              <a:gd name="connsiteX4-27" fmla="*/ 8682722 w 9168951"/>
              <a:gd name="connsiteY4-28" fmla="*/ 914400 h 918232"/>
              <a:gd name="connsiteX5-29" fmla="*/ 0 w 9168951"/>
              <a:gd name="connsiteY5-30" fmla="*/ 914400 h 918232"/>
              <a:gd name="connsiteX6-31" fmla="*/ 0 w 9168951"/>
              <a:gd name="connsiteY6-32" fmla="*/ 914400 h 918232"/>
              <a:gd name="connsiteX7-33" fmla="*/ 0 w 9168951"/>
              <a:gd name="connsiteY7-34" fmla="*/ 457200 h 918232"/>
              <a:gd name="connsiteX8-35" fmla="*/ 457200 w 9168951"/>
              <a:gd name="connsiteY8-36" fmla="*/ 0 h 918232"/>
              <a:gd name="connsiteX0-37" fmla="*/ 457200 w 9168951"/>
              <a:gd name="connsiteY0-38" fmla="*/ 0 h 918232"/>
              <a:gd name="connsiteX1-39" fmla="*/ 9139922 w 9168951"/>
              <a:gd name="connsiteY1-40" fmla="*/ 0 h 918232"/>
              <a:gd name="connsiteX2-41" fmla="*/ 9139922 w 9168951"/>
              <a:gd name="connsiteY2-42" fmla="*/ 0 h 918232"/>
              <a:gd name="connsiteX3-43" fmla="*/ 9168951 w 9168951"/>
              <a:gd name="connsiteY3-44" fmla="*/ 762000 h 918232"/>
              <a:gd name="connsiteX4-45" fmla="*/ 8682722 w 9168951"/>
              <a:gd name="connsiteY4-46" fmla="*/ 914400 h 918232"/>
              <a:gd name="connsiteX5-47" fmla="*/ 0 w 9168951"/>
              <a:gd name="connsiteY5-48" fmla="*/ 914400 h 918232"/>
              <a:gd name="connsiteX6-49" fmla="*/ 0 w 9168951"/>
              <a:gd name="connsiteY6-50" fmla="*/ 914400 h 918232"/>
              <a:gd name="connsiteX7-51" fmla="*/ 0 w 9168951"/>
              <a:gd name="connsiteY7-52" fmla="*/ 457200 h 918232"/>
              <a:gd name="connsiteX8-53" fmla="*/ 457200 w 9168951"/>
              <a:gd name="connsiteY8-54" fmla="*/ 0 h 918232"/>
              <a:gd name="connsiteX0-55" fmla="*/ 457200 w 9168951"/>
              <a:gd name="connsiteY0-56" fmla="*/ 0 h 918232"/>
              <a:gd name="connsiteX1-57" fmla="*/ 9139922 w 9168951"/>
              <a:gd name="connsiteY1-58" fmla="*/ 0 h 918232"/>
              <a:gd name="connsiteX2-59" fmla="*/ 9139922 w 9168951"/>
              <a:gd name="connsiteY2-60" fmla="*/ 0 h 918232"/>
              <a:gd name="connsiteX3-61" fmla="*/ 9168951 w 9168951"/>
              <a:gd name="connsiteY3-62" fmla="*/ 762000 h 918232"/>
              <a:gd name="connsiteX4-63" fmla="*/ 8682722 w 9168951"/>
              <a:gd name="connsiteY4-64" fmla="*/ 914400 h 918232"/>
              <a:gd name="connsiteX5-65" fmla="*/ 0 w 9168951"/>
              <a:gd name="connsiteY5-66" fmla="*/ 914400 h 918232"/>
              <a:gd name="connsiteX6-67" fmla="*/ 0 w 9168951"/>
              <a:gd name="connsiteY6-68" fmla="*/ 914400 h 918232"/>
              <a:gd name="connsiteX7-69" fmla="*/ 0 w 9168951"/>
              <a:gd name="connsiteY7-70" fmla="*/ 457200 h 918232"/>
              <a:gd name="connsiteX8-71" fmla="*/ 457200 w 9168951"/>
              <a:gd name="connsiteY8-72" fmla="*/ 0 h 918232"/>
              <a:gd name="connsiteX0-73" fmla="*/ 457200 w 9154436"/>
              <a:gd name="connsiteY0-74" fmla="*/ 0 h 956427"/>
              <a:gd name="connsiteX1-75" fmla="*/ 9139922 w 9154436"/>
              <a:gd name="connsiteY1-76" fmla="*/ 0 h 956427"/>
              <a:gd name="connsiteX2-77" fmla="*/ 9139922 w 9154436"/>
              <a:gd name="connsiteY2-78" fmla="*/ 0 h 956427"/>
              <a:gd name="connsiteX3-79" fmla="*/ 9154436 w 9154436"/>
              <a:gd name="connsiteY3-80" fmla="*/ 849086 h 956427"/>
              <a:gd name="connsiteX4-81" fmla="*/ 8682722 w 9154436"/>
              <a:gd name="connsiteY4-82" fmla="*/ 914400 h 956427"/>
              <a:gd name="connsiteX5-83" fmla="*/ 0 w 9154436"/>
              <a:gd name="connsiteY5-84" fmla="*/ 914400 h 956427"/>
              <a:gd name="connsiteX6-85" fmla="*/ 0 w 9154436"/>
              <a:gd name="connsiteY6-86" fmla="*/ 914400 h 956427"/>
              <a:gd name="connsiteX7-87" fmla="*/ 0 w 9154436"/>
              <a:gd name="connsiteY7-88" fmla="*/ 457200 h 956427"/>
              <a:gd name="connsiteX8-89" fmla="*/ 457200 w 9154436"/>
              <a:gd name="connsiteY8-90" fmla="*/ 0 h 956427"/>
              <a:gd name="connsiteX0-91" fmla="*/ 457200 w 9154436"/>
              <a:gd name="connsiteY0-92" fmla="*/ 0 h 956427"/>
              <a:gd name="connsiteX1-93" fmla="*/ 9139922 w 9154436"/>
              <a:gd name="connsiteY1-94" fmla="*/ 0 h 956427"/>
              <a:gd name="connsiteX2-95" fmla="*/ 9139922 w 9154436"/>
              <a:gd name="connsiteY2-96" fmla="*/ 0 h 956427"/>
              <a:gd name="connsiteX3-97" fmla="*/ 9154436 w 9154436"/>
              <a:gd name="connsiteY3-98" fmla="*/ 849086 h 956427"/>
              <a:gd name="connsiteX4-99" fmla="*/ 8682722 w 9154436"/>
              <a:gd name="connsiteY4-100" fmla="*/ 914400 h 956427"/>
              <a:gd name="connsiteX5-101" fmla="*/ 0 w 9154436"/>
              <a:gd name="connsiteY5-102" fmla="*/ 914400 h 956427"/>
              <a:gd name="connsiteX6-103" fmla="*/ 0 w 9154436"/>
              <a:gd name="connsiteY6-104" fmla="*/ 914400 h 956427"/>
              <a:gd name="connsiteX7-105" fmla="*/ 0 w 9154436"/>
              <a:gd name="connsiteY7-106" fmla="*/ 457200 h 956427"/>
              <a:gd name="connsiteX8-107" fmla="*/ 457200 w 9154436"/>
              <a:gd name="connsiteY8-108" fmla="*/ 0 h 956427"/>
              <a:gd name="connsiteX0-109" fmla="*/ 457200 w 9154436"/>
              <a:gd name="connsiteY0-110" fmla="*/ 0 h 950377"/>
              <a:gd name="connsiteX1-111" fmla="*/ 9139922 w 9154436"/>
              <a:gd name="connsiteY1-112" fmla="*/ 0 h 950377"/>
              <a:gd name="connsiteX2-113" fmla="*/ 9139922 w 9154436"/>
              <a:gd name="connsiteY2-114" fmla="*/ 0 h 950377"/>
              <a:gd name="connsiteX3-115" fmla="*/ 9154436 w 9154436"/>
              <a:gd name="connsiteY3-116" fmla="*/ 849086 h 950377"/>
              <a:gd name="connsiteX4-117" fmla="*/ 8682722 w 9154436"/>
              <a:gd name="connsiteY4-118" fmla="*/ 914400 h 950377"/>
              <a:gd name="connsiteX5-119" fmla="*/ 0 w 9154436"/>
              <a:gd name="connsiteY5-120" fmla="*/ 914400 h 950377"/>
              <a:gd name="connsiteX6-121" fmla="*/ 0 w 9154436"/>
              <a:gd name="connsiteY6-122" fmla="*/ 914400 h 950377"/>
              <a:gd name="connsiteX7-123" fmla="*/ 0 w 9154436"/>
              <a:gd name="connsiteY7-124" fmla="*/ 457200 h 950377"/>
              <a:gd name="connsiteX8-125" fmla="*/ 457200 w 9154436"/>
              <a:gd name="connsiteY8-126" fmla="*/ 0 h 950377"/>
              <a:gd name="connsiteX0-127" fmla="*/ 457200 w 9154436"/>
              <a:gd name="connsiteY0-128" fmla="*/ 0 h 915210"/>
              <a:gd name="connsiteX1-129" fmla="*/ 9139922 w 9154436"/>
              <a:gd name="connsiteY1-130" fmla="*/ 0 h 915210"/>
              <a:gd name="connsiteX2-131" fmla="*/ 9139922 w 9154436"/>
              <a:gd name="connsiteY2-132" fmla="*/ 0 h 915210"/>
              <a:gd name="connsiteX3-133" fmla="*/ 9154436 w 9154436"/>
              <a:gd name="connsiteY3-134" fmla="*/ 849086 h 915210"/>
              <a:gd name="connsiteX4-135" fmla="*/ 8682722 w 9154436"/>
              <a:gd name="connsiteY4-136" fmla="*/ 914400 h 915210"/>
              <a:gd name="connsiteX5-137" fmla="*/ 0 w 9154436"/>
              <a:gd name="connsiteY5-138" fmla="*/ 914400 h 915210"/>
              <a:gd name="connsiteX6-139" fmla="*/ 0 w 9154436"/>
              <a:gd name="connsiteY6-140" fmla="*/ 914400 h 915210"/>
              <a:gd name="connsiteX7-141" fmla="*/ 0 w 9154436"/>
              <a:gd name="connsiteY7-142" fmla="*/ 457200 h 915210"/>
              <a:gd name="connsiteX8-143" fmla="*/ 457200 w 9154436"/>
              <a:gd name="connsiteY8-144" fmla="*/ 0 h 915210"/>
              <a:gd name="connsiteX0-145" fmla="*/ 457200 w 9154436"/>
              <a:gd name="connsiteY0-146" fmla="*/ 0 h 914400"/>
              <a:gd name="connsiteX1-147" fmla="*/ 9139922 w 9154436"/>
              <a:gd name="connsiteY1-148" fmla="*/ 0 h 914400"/>
              <a:gd name="connsiteX2-149" fmla="*/ 9139922 w 9154436"/>
              <a:gd name="connsiteY2-150" fmla="*/ 0 h 914400"/>
              <a:gd name="connsiteX3-151" fmla="*/ 9154436 w 9154436"/>
              <a:gd name="connsiteY3-152" fmla="*/ 849086 h 914400"/>
              <a:gd name="connsiteX4-153" fmla="*/ 8682722 w 9154436"/>
              <a:gd name="connsiteY4-154" fmla="*/ 914400 h 914400"/>
              <a:gd name="connsiteX5-155" fmla="*/ 0 w 9154436"/>
              <a:gd name="connsiteY5-156" fmla="*/ 914400 h 914400"/>
              <a:gd name="connsiteX6-157" fmla="*/ 0 w 9154436"/>
              <a:gd name="connsiteY6-158" fmla="*/ 914400 h 914400"/>
              <a:gd name="connsiteX7-159" fmla="*/ 0 w 9154436"/>
              <a:gd name="connsiteY7-160" fmla="*/ 457200 h 914400"/>
              <a:gd name="connsiteX8-161" fmla="*/ 457200 w 9154436"/>
              <a:gd name="connsiteY8-162" fmla="*/ 0 h 914400"/>
              <a:gd name="connsiteX0-163" fmla="*/ 457200 w 9154436"/>
              <a:gd name="connsiteY0-164" fmla="*/ 0 h 914400"/>
              <a:gd name="connsiteX1-165" fmla="*/ 9139922 w 9154436"/>
              <a:gd name="connsiteY1-166" fmla="*/ 0 h 914400"/>
              <a:gd name="connsiteX2-167" fmla="*/ 9139922 w 9154436"/>
              <a:gd name="connsiteY2-168" fmla="*/ 0 h 914400"/>
              <a:gd name="connsiteX3-169" fmla="*/ 9154436 w 9154436"/>
              <a:gd name="connsiteY3-170" fmla="*/ 849086 h 914400"/>
              <a:gd name="connsiteX4-171" fmla="*/ 8682722 w 9154436"/>
              <a:gd name="connsiteY4-172" fmla="*/ 914400 h 914400"/>
              <a:gd name="connsiteX5-173" fmla="*/ 0 w 9154436"/>
              <a:gd name="connsiteY5-174" fmla="*/ 914400 h 914400"/>
              <a:gd name="connsiteX6-175" fmla="*/ 0 w 9154436"/>
              <a:gd name="connsiteY6-176" fmla="*/ 914400 h 914400"/>
              <a:gd name="connsiteX7-177" fmla="*/ 0 w 9154436"/>
              <a:gd name="connsiteY7-178" fmla="*/ 457200 h 914400"/>
              <a:gd name="connsiteX8-179" fmla="*/ 457200 w 9154436"/>
              <a:gd name="connsiteY8-180" fmla="*/ 0 h 914400"/>
              <a:gd name="connsiteX0-181" fmla="*/ 457200 w 9139922"/>
              <a:gd name="connsiteY0-182" fmla="*/ 0 h 916785"/>
              <a:gd name="connsiteX1-183" fmla="*/ 9139922 w 9139922"/>
              <a:gd name="connsiteY1-184" fmla="*/ 0 h 916785"/>
              <a:gd name="connsiteX2-185" fmla="*/ 9139922 w 9139922"/>
              <a:gd name="connsiteY2-186" fmla="*/ 0 h 916785"/>
              <a:gd name="connsiteX3-187" fmla="*/ 9139922 w 9139922"/>
              <a:gd name="connsiteY3-188" fmla="*/ 892629 h 916785"/>
              <a:gd name="connsiteX4-189" fmla="*/ 8682722 w 9139922"/>
              <a:gd name="connsiteY4-190" fmla="*/ 914400 h 916785"/>
              <a:gd name="connsiteX5-191" fmla="*/ 0 w 9139922"/>
              <a:gd name="connsiteY5-192" fmla="*/ 914400 h 916785"/>
              <a:gd name="connsiteX6-193" fmla="*/ 0 w 9139922"/>
              <a:gd name="connsiteY6-194" fmla="*/ 914400 h 916785"/>
              <a:gd name="connsiteX7-195" fmla="*/ 0 w 9139922"/>
              <a:gd name="connsiteY7-196" fmla="*/ 457200 h 916785"/>
              <a:gd name="connsiteX8-197" fmla="*/ 457200 w 9139922"/>
              <a:gd name="connsiteY8-198" fmla="*/ 0 h 916785"/>
              <a:gd name="connsiteX0-199" fmla="*/ 457200 w 9139922"/>
              <a:gd name="connsiteY0-200" fmla="*/ 0 h 916785"/>
              <a:gd name="connsiteX1-201" fmla="*/ 9139922 w 9139922"/>
              <a:gd name="connsiteY1-202" fmla="*/ 0 h 916785"/>
              <a:gd name="connsiteX2-203" fmla="*/ 9139922 w 9139922"/>
              <a:gd name="connsiteY2-204" fmla="*/ 0 h 916785"/>
              <a:gd name="connsiteX3-205" fmla="*/ 9139922 w 9139922"/>
              <a:gd name="connsiteY3-206" fmla="*/ 892629 h 916785"/>
              <a:gd name="connsiteX4-207" fmla="*/ 8682722 w 9139922"/>
              <a:gd name="connsiteY4-208" fmla="*/ 914400 h 916785"/>
              <a:gd name="connsiteX5-209" fmla="*/ 0 w 9139922"/>
              <a:gd name="connsiteY5-210" fmla="*/ 914400 h 916785"/>
              <a:gd name="connsiteX6-211" fmla="*/ 0 w 9139922"/>
              <a:gd name="connsiteY6-212" fmla="*/ 914400 h 916785"/>
              <a:gd name="connsiteX7-213" fmla="*/ 0 w 9139922"/>
              <a:gd name="connsiteY7-214" fmla="*/ 457200 h 916785"/>
              <a:gd name="connsiteX8-215" fmla="*/ 457200 w 9139922"/>
              <a:gd name="connsiteY8-216" fmla="*/ 0 h 9167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39922" h="916785">
                <a:moveTo>
                  <a:pt x="457200" y="0"/>
                </a:moveTo>
                <a:lnTo>
                  <a:pt x="9139922" y="0"/>
                </a:lnTo>
                <a:lnTo>
                  <a:pt x="9139922" y="0"/>
                </a:lnTo>
                <a:cubicBezTo>
                  <a:pt x="9139922" y="152400"/>
                  <a:pt x="9139924" y="943429"/>
                  <a:pt x="9139922" y="892629"/>
                </a:cubicBezTo>
                <a:cubicBezTo>
                  <a:pt x="9096380" y="927420"/>
                  <a:pt x="8935227" y="914400"/>
                  <a:pt x="8682722" y="914400"/>
                </a:cubicBezTo>
                <a:lnTo>
                  <a:pt x="0" y="914400"/>
                </a:lnTo>
                <a:lnTo>
                  <a:pt x="0" y="914400"/>
                </a:lnTo>
                <a:lnTo>
                  <a:pt x="0" y="457200"/>
                </a:ln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5">
                  <a:lumMod val="75000"/>
                </a:schemeClr>
              </a:gs>
              <a:gs pos="8000">
                <a:srgbClr val="00030A"/>
              </a:gs>
              <a:gs pos="100000">
                <a:srgbClr val="000A1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标题 1"/>
          <p:cNvSpPr txBox="1">
            <a:spLocks noChangeArrowheads="1"/>
          </p:cNvSpPr>
          <p:nvPr userDrawn="1"/>
        </p:nvSpPr>
        <p:spPr>
          <a:xfrm>
            <a:off x="7061200" y="6303963"/>
            <a:ext cx="2085975" cy="512762"/>
          </a:xfrm>
          <a:prstGeom prst="rect">
            <a:avLst/>
          </a:prstGeom>
        </p:spPr>
        <p:txBody>
          <a:bodyPr lIns="0" tIns="0" rIns="0" b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Calibri" panose="020F0502020204030204" pitchFamily="34" charset="0"/>
              </a:rPr>
              <a:t>计信学院</a:t>
            </a:r>
          </a:p>
        </p:txBody>
      </p:sp>
      <p:sp>
        <p:nvSpPr>
          <p:cNvPr id="9" name="对角圆角矩形 1"/>
          <p:cNvSpPr/>
          <p:nvPr userDrawn="1"/>
        </p:nvSpPr>
        <p:spPr>
          <a:xfrm>
            <a:off x="-12430" y="-14516"/>
            <a:ext cx="9155573" cy="779220"/>
          </a:xfrm>
          <a:custGeom>
            <a:avLst/>
            <a:gdLst>
              <a:gd name="connsiteX0" fmla="*/ 601216 w 9324528"/>
              <a:gd name="connsiteY0" fmla="*/ 0 h 1202432"/>
              <a:gd name="connsiteX1" fmla="*/ 9324528 w 9324528"/>
              <a:gd name="connsiteY1" fmla="*/ 0 h 1202432"/>
              <a:gd name="connsiteX2" fmla="*/ 9324528 w 9324528"/>
              <a:gd name="connsiteY2" fmla="*/ 0 h 1202432"/>
              <a:gd name="connsiteX3" fmla="*/ 9324528 w 9324528"/>
              <a:gd name="connsiteY3" fmla="*/ 601216 h 1202432"/>
              <a:gd name="connsiteX4" fmla="*/ 8723312 w 9324528"/>
              <a:gd name="connsiteY4" fmla="*/ 1202432 h 1202432"/>
              <a:gd name="connsiteX5" fmla="*/ 0 w 9324528"/>
              <a:gd name="connsiteY5" fmla="*/ 1202432 h 1202432"/>
              <a:gd name="connsiteX6" fmla="*/ 0 w 9324528"/>
              <a:gd name="connsiteY6" fmla="*/ 1202432 h 1202432"/>
              <a:gd name="connsiteX7" fmla="*/ 0 w 9324528"/>
              <a:gd name="connsiteY7" fmla="*/ 601216 h 1202432"/>
              <a:gd name="connsiteX8" fmla="*/ 601216 w 9324528"/>
              <a:gd name="connsiteY8" fmla="*/ 0 h 1202432"/>
              <a:gd name="connsiteX0-1" fmla="*/ 601216 w 9324528"/>
              <a:gd name="connsiteY0-2" fmla="*/ 0 h 1202432"/>
              <a:gd name="connsiteX1-3" fmla="*/ 9324528 w 9324528"/>
              <a:gd name="connsiteY1-4" fmla="*/ 0 h 1202432"/>
              <a:gd name="connsiteX2-5" fmla="*/ 9324528 w 9324528"/>
              <a:gd name="connsiteY2-6" fmla="*/ 0 h 1202432"/>
              <a:gd name="connsiteX3-7" fmla="*/ 9324528 w 9324528"/>
              <a:gd name="connsiteY3-8" fmla="*/ 601216 h 1202432"/>
              <a:gd name="connsiteX4-9" fmla="*/ 8723312 w 9324528"/>
              <a:gd name="connsiteY4-10" fmla="*/ 1202432 h 1202432"/>
              <a:gd name="connsiteX5-11" fmla="*/ 0 w 9324528"/>
              <a:gd name="connsiteY5-12" fmla="*/ 1202432 h 1202432"/>
              <a:gd name="connsiteX6-13" fmla="*/ 0 w 9324528"/>
              <a:gd name="connsiteY6-14" fmla="*/ 1202432 h 1202432"/>
              <a:gd name="connsiteX7-15" fmla="*/ 0 w 9324528"/>
              <a:gd name="connsiteY7-16" fmla="*/ 601216 h 1202432"/>
              <a:gd name="connsiteX8-17" fmla="*/ 601216 w 9324528"/>
              <a:gd name="connsiteY8-18" fmla="*/ 0 h 1202432"/>
              <a:gd name="connsiteX0-19" fmla="*/ 601216 w 9324528"/>
              <a:gd name="connsiteY0-20" fmla="*/ 0 h 1202432"/>
              <a:gd name="connsiteX1-21" fmla="*/ 9324528 w 9324528"/>
              <a:gd name="connsiteY1-22" fmla="*/ 0 h 1202432"/>
              <a:gd name="connsiteX2-23" fmla="*/ 9324528 w 9324528"/>
              <a:gd name="connsiteY2-24" fmla="*/ 0 h 1202432"/>
              <a:gd name="connsiteX3-25" fmla="*/ 9324528 w 9324528"/>
              <a:gd name="connsiteY3-26" fmla="*/ 601216 h 1202432"/>
              <a:gd name="connsiteX4-27" fmla="*/ 8723312 w 9324528"/>
              <a:gd name="connsiteY4-28" fmla="*/ 1202432 h 1202432"/>
              <a:gd name="connsiteX5-29" fmla="*/ 0 w 9324528"/>
              <a:gd name="connsiteY5-30" fmla="*/ 1202432 h 1202432"/>
              <a:gd name="connsiteX6-31" fmla="*/ 130628 w 9324528"/>
              <a:gd name="connsiteY6-32" fmla="*/ 1202432 h 1202432"/>
              <a:gd name="connsiteX7-33" fmla="*/ 0 w 9324528"/>
              <a:gd name="connsiteY7-34" fmla="*/ 601216 h 1202432"/>
              <a:gd name="connsiteX8-35" fmla="*/ 601216 w 9324528"/>
              <a:gd name="connsiteY8-36" fmla="*/ 0 h 1202432"/>
              <a:gd name="connsiteX0-37" fmla="*/ 601216 w 9324528"/>
              <a:gd name="connsiteY0-38" fmla="*/ 0 h 1202432"/>
              <a:gd name="connsiteX1-39" fmla="*/ 9324528 w 9324528"/>
              <a:gd name="connsiteY1-40" fmla="*/ 0 h 1202432"/>
              <a:gd name="connsiteX2-41" fmla="*/ 9324528 w 9324528"/>
              <a:gd name="connsiteY2-42" fmla="*/ 0 h 1202432"/>
              <a:gd name="connsiteX3-43" fmla="*/ 9324528 w 9324528"/>
              <a:gd name="connsiteY3-44" fmla="*/ 601216 h 1202432"/>
              <a:gd name="connsiteX4-45" fmla="*/ 8723312 w 9324528"/>
              <a:gd name="connsiteY4-46" fmla="*/ 1202432 h 1202432"/>
              <a:gd name="connsiteX5-47" fmla="*/ 0 w 9324528"/>
              <a:gd name="connsiteY5-48" fmla="*/ 1202432 h 1202432"/>
              <a:gd name="connsiteX6-49" fmla="*/ 130628 w 9324528"/>
              <a:gd name="connsiteY6-50" fmla="*/ 1202432 h 1202432"/>
              <a:gd name="connsiteX7-51" fmla="*/ 188685 w 9324528"/>
              <a:gd name="connsiteY7-52" fmla="*/ 601216 h 1202432"/>
              <a:gd name="connsiteX8-53" fmla="*/ 601216 w 9324528"/>
              <a:gd name="connsiteY8-54" fmla="*/ 0 h 1202432"/>
              <a:gd name="connsiteX0-55" fmla="*/ 601216 w 9324528"/>
              <a:gd name="connsiteY0-56" fmla="*/ 0 h 1202432"/>
              <a:gd name="connsiteX1-57" fmla="*/ 9324528 w 9324528"/>
              <a:gd name="connsiteY1-58" fmla="*/ 0 h 1202432"/>
              <a:gd name="connsiteX2-59" fmla="*/ 9324528 w 9324528"/>
              <a:gd name="connsiteY2-60" fmla="*/ 0 h 1202432"/>
              <a:gd name="connsiteX3-61" fmla="*/ 9324528 w 9324528"/>
              <a:gd name="connsiteY3-62" fmla="*/ 601216 h 1202432"/>
              <a:gd name="connsiteX4-63" fmla="*/ 8723312 w 9324528"/>
              <a:gd name="connsiteY4-64" fmla="*/ 1202432 h 1202432"/>
              <a:gd name="connsiteX5-65" fmla="*/ 0 w 9324528"/>
              <a:gd name="connsiteY5-66" fmla="*/ 1202432 h 1202432"/>
              <a:gd name="connsiteX6-67" fmla="*/ 188685 w 9324528"/>
              <a:gd name="connsiteY6-68" fmla="*/ 1202432 h 1202432"/>
              <a:gd name="connsiteX7-69" fmla="*/ 188685 w 9324528"/>
              <a:gd name="connsiteY7-70" fmla="*/ 601216 h 1202432"/>
              <a:gd name="connsiteX8-71" fmla="*/ 601216 w 9324528"/>
              <a:gd name="connsiteY8-72" fmla="*/ 0 h 1202432"/>
              <a:gd name="connsiteX0-73" fmla="*/ 586701 w 9324528"/>
              <a:gd name="connsiteY0-74" fmla="*/ 14514 h 1202432"/>
              <a:gd name="connsiteX1-75" fmla="*/ 9324528 w 9324528"/>
              <a:gd name="connsiteY1-76" fmla="*/ 0 h 1202432"/>
              <a:gd name="connsiteX2-77" fmla="*/ 9324528 w 9324528"/>
              <a:gd name="connsiteY2-78" fmla="*/ 0 h 1202432"/>
              <a:gd name="connsiteX3-79" fmla="*/ 9324528 w 9324528"/>
              <a:gd name="connsiteY3-80" fmla="*/ 601216 h 1202432"/>
              <a:gd name="connsiteX4-81" fmla="*/ 8723312 w 9324528"/>
              <a:gd name="connsiteY4-82" fmla="*/ 1202432 h 1202432"/>
              <a:gd name="connsiteX5-83" fmla="*/ 0 w 9324528"/>
              <a:gd name="connsiteY5-84" fmla="*/ 1202432 h 1202432"/>
              <a:gd name="connsiteX6-85" fmla="*/ 188685 w 9324528"/>
              <a:gd name="connsiteY6-86" fmla="*/ 1202432 h 1202432"/>
              <a:gd name="connsiteX7-87" fmla="*/ 188685 w 9324528"/>
              <a:gd name="connsiteY7-88" fmla="*/ 601216 h 1202432"/>
              <a:gd name="connsiteX8-89" fmla="*/ 586701 w 9324528"/>
              <a:gd name="connsiteY8-90" fmla="*/ 14514 h 1202432"/>
              <a:gd name="connsiteX0-91" fmla="*/ 586701 w 9324528"/>
              <a:gd name="connsiteY0-92" fmla="*/ 14514 h 1202432"/>
              <a:gd name="connsiteX1-93" fmla="*/ 9324528 w 9324528"/>
              <a:gd name="connsiteY1-94" fmla="*/ 0 h 1202432"/>
              <a:gd name="connsiteX2-95" fmla="*/ 9324528 w 9324528"/>
              <a:gd name="connsiteY2-96" fmla="*/ 0 h 1202432"/>
              <a:gd name="connsiteX3-97" fmla="*/ 9324528 w 9324528"/>
              <a:gd name="connsiteY3-98" fmla="*/ 601216 h 1202432"/>
              <a:gd name="connsiteX4-99" fmla="*/ 8723312 w 9324528"/>
              <a:gd name="connsiteY4-100" fmla="*/ 1202432 h 1202432"/>
              <a:gd name="connsiteX5-101" fmla="*/ 0 w 9324528"/>
              <a:gd name="connsiteY5-102" fmla="*/ 1202432 h 1202432"/>
              <a:gd name="connsiteX6-103" fmla="*/ 188685 w 9324528"/>
              <a:gd name="connsiteY6-104" fmla="*/ 1202432 h 1202432"/>
              <a:gd name="connsiteX7-105" fmla="*/ 188685 w 9324528"/>
              <a:gd name="connsiteY7-106" fmla="*/ 601216 h 1202432"/>
              <a:gd name="connsiteX8-107" fmla="*/ 586701 w 9324528"/>
              <a:gd name="connsiteY8-108" fmla="*/ 14514 h 1202432"/>
              <a:gd name="connsiteX0-109" fmla="*/ 586701 w 9324528"/>
              <a:gd name="connsiteY0-110" fmla="*/ 14514 h 1202432"/>
              <a:gd name="connsiteX1-111" fmla="*/ 9324528 w 9324528"/>
              <a:gd name="connsiteY1-112" fmla="*/ 0 h 1202432"/>
              <a:gd name="connsiteX2-113" fmla="*/ 9324528 w 9324528"/>
              <a:gd name="connsiteY2-114" fmla="*/ 0 h 1202432"/>
              <a:gd name="connsiteX3-115" fmla="*/ 9324528 w 9324528"/>
              <a:gd name="connsiteY3-116" fmla="*/ 601216 h 1202432"/>
              <a:gd name="connsiteX4-117" fmla="*/ 8723312 w 9324528"/>
              <a:gd name="connsiteY4-118" fmla="*/ 1202432 h 1202432"/>
              <a:gd name="connsiteX5-119" fmla="*/ 0 w 9324528"/>
              <a:gd name="connsiteY5-120" fmla="*/ 1202432 h 1202432"/>
              <a:gd name="connsiteX6-121" fmla="*/ 188685 w 9324528"/>
              <a:gd name="connsiteY6-122" fmla="*/ 1202432 h 1202432"/>
              <a:gd name="connsiteX7-123" fmla="*/ 188685 w 9324528"/>
              <a:gd name="connsiteY7-124" fmla="*/ 601216 h 1202432"/>
              <a:gd name="connsiteX8-125" fmla="*/ 586701 w 9324528"/>
              <a:gd name="connsiteY8-126" fmla="*/ 14514 h 1202432"/>
              <a:gd name="connsiteX0-127" fmla="*/ 240915 w 9341599"/>
              <a:gd name="connsiteY0-128" fmla="*/ 0 h 1202433"/>
              <a:gd name="connsiteX1-129" fmla="*/ 9341599 w 9341599"/>
              <a:gd name="connsiteY1-130" fmla="*/ 1 h 1202433"/>
              <a:gd name="connsiteX2-131" fmla="*/ 9341599 w 9341599"/>
              <a:gd name="connsiteY2-132" fmla="*/ 1 h 1202433"/>
              <a:gd name="connsiteX3-133" fmla="*/ 9341599 w 9341599"/>
              <a:gd name="connsiteY3-134" fmla="*/ 601217 h 1202433"/>
              <a:gd name="connsiteX4-135" fmla="*/ 8740383 w 9341599"/>
              <a:gd name="connsiteY4-136" fmla="*/ 1202433 h 1202433"/>
              <a:gd name="connsiteX5-137" fmla="*/ 17071 w 9341599"/>
              <a:gd name="connsiteY5-138" fmla="*/ 1202433 h 1202433"/>
              <a:gd name="connsiteX6-139" fmla="*/ 205756 w 9341599"/>
              <a:gd name="connsiteY6-140" fmla="*/ 1202433 h 1202433"/>
              <a:gd name="connsiteX7-141" fmla="*/ 205756 w 9341599"/>
              <a:gd name="connsiteY7-142" fmla="*/ 601217 h 1202433"/>
              <a:gd name="connsiteX8-143" fmla="*/ 240915 w 9341599"/>
              <a:gd name="connsiteY8-144" fmla="*/ 0 h 1202433"/>
              <a:gd name="connsiteX0-145" fmla="*/ 223844 w 9324528"/>
              <a:gd name="connsiteY0-146" fmla="*/ 0 h 1202433"/>
              <a:gd name="connsiteX1-147" fmla="*/ 9324528 w 9324528"/>
              <a:gd name="connsiteY1-148" fmla="*/ 1 h 1202433"/>
              <a:gd name="connsiteX2-149" fmla="*/ 9324528 w 9324528"/>
              <a:gd name="connsiteY2-150" fmla="*/ 1 h 1202433"/>
              <a:gd name="connsiteX3-151" fmla="*/ 9324528 w 9324528"/>
              <a:gd name="connsiteY3-152" fmla="*/ 601217 h 1202433"/>
              <a:gd name="connsiteX4-153" fmla="*/ 8723312 w 9324528"/>
              <a:gd name="connsiteY4-154" fmla="*/ 1202433 h 1202433"/>
              <a:gd name="connsiteX5-155" fmla="*/ 0 w 9324528"/>
              <a:gd name="connsiteY5-156" fmla="*/ 1202433 h 1202433"/>
              <a:gd name="connsiteX6-157" fmla="*/ 188685 w 9324528"/>
              <a:gd name="connsiteY6-158" fmla="*/ 1202433 h 1202433"/>
              <a:gd name="connsiteX7-159" fmla="*/ 188685 w 9324528"/>
              <a:gd name="connsiteY7-160" fmla="*/ 601217 h 1202433"/>
              <a:gd name="connsiteX8-161" fmla="*/ 223844 w 9324528"/>
              <a:gd name="connsiteY8-162" fmla="*/ 0 h 1202433"/>
              <a:gd name="connsiteX0-163" fmla="*/ 223844 w 9324528"/>
              <a:gd name="connsiteY0-164" fmla="*/ 0 h 1202433"/>
              <a:gd name="connsiteX1-165" fmla="*/ 9324528 w 9324528"/>
              <a:gd name="connsiteY1-166" fmla="*/ 1 h 1202433"/>
              <a:gd name="connsiteX2-167" fmla="*/ 9324528 w 9324528"/>
              <a:gd name="connsiteY2-168" fmla="*/ 1 h 1202433"/>
              <a:gd name="connsiteX3-169" fmla="*/ 9324528 w 9324528"/>
              <a:gd name="connsiteY3-170" fmla="*/ 601217 h 1202433"/>
              <a:gd name="connsiteX4-171" fmla="*/ 8723312 w 9324528"/>
              <a:gd name="connsiteY4-172" fmla="*/ 1202433 h 1202433"/>
              <a:gd name="connsiteX5-173" fmla="*/ 0 w 9324528"/>
              <a:gd name="connsiteY5-174" fmla="*/ 1202433 h 1202433"/>
              <a:gd name="connsiteX6-175" fmla="*/ 188685 w 9324528"/>
              <a:gd name="connsiteY6-176" fmla="*/ 1202433 h 1202433"/>
              <a:gd name="connsiteX7-177" fmla="*/ 188685 w 9324528"/>
              <a:gd name="connsiteY7-178" fmla="*/ 601217 h 1202433"/>
              <a:gd name="connsiteX8-179" fmla="*/ 223844 w 9324528"/>
              <a:gd name="connsiteY8-180" fmla="*/ 0 h 1202433"/>
              <a:gd name="connsiteX0-181" fmla="*/ 39039 w 9139723"/>
              <a:gd name="connsiteY0-182" fmla="*/ 0 h 1202433"/>
              <a:gd name="connsiteX1-183" fmla="*/ 9139723 w 9139723"/>
              <a:gd name="connsiteY1-184" fmla="*/ 1 h 1202433"/>
              <a:gd name="connsiteX2-185" fmla="*/ 9139723 w 9139723"/>
              <a:gd name="connsiteY2-186" fmla="*/ 1 h 1202433"/>
              <a:gd name="connsiteX3-187" fmla="*/ 9139723 w 9139723"/>
              <a:gd name="connsiteY3-188" fmla="*/ 601217 h 1202433"/>
              <a:gd name="connsiteX4-189" fmla="*/ 8538507 w 9139723"/>
              <a:gd name="connsiteY4-190" fmla="*/ 1202433 h 1202433"/>
              <a:gd name="connsiteX5-191" fmla="*/ 3898 w 9139723"/>
              <a:gd name="connsiteY5-192" fmla="*/ 1202433 h 1202433"/>
              <a:gd name="connsiteX6-193" fmla="*/ 3880 w 9139723"/>
              <a:gd name="connsiteY6-194" fmla="*/ 1202433 h 1202433"/>
              <a:gd name="connsiteX7-195" fmla="*/ 3880 w 9139723"/>
              <a:gd name="connsiteY7-196" fmla="*/ 601217 h 1202433"/>
              <a:gd name="connsiteX8-197" fmla="*/ 39039 w 9139723"/>
              <a:gd name="connsiteY8-198" fmla="*/ 0 h 1202433"/>
              <a:gd name="connsiteX0-199" fmla="*/ 23006 w 9167233"/>
              <a:gd name="connsiteY0-200" fmla="*/ 0 h 1216947"/>
              <a:gd name="connsiteX1-201" fmla="*/ 9167233 w 9167233"/>
              <a:gd name="connsiteY1-202" fmla="*/ 14515 h 1216947"/>
              <a:gd name="connsiteX2-203" fmla="*/ 9167233 w 9167233"/>
              <a:gd name="connsiteY2-204" fmla="*/ 14515 h 1216947"/>
              <a:gd name="connsiteX3-205" fmla="*/ 9167233 w 9167233"/>
              <a:gd name="connsiteY3-206" fmla="*/ 615731 h 1216947"/>
              <a:gd name="connsiteX4-207" fmla="*/ 8566017 w 9167233"/>
              <a:gd name="connsiteY4-208" fmla="*/ 1216947 h 1216947"/>
              <a:gd name="connsiteX5-209" fmla="*/ 31408 w 9167233"/>
              <a:gd name="connsiteY5-210" fmla="*/ 1216947 h 1216947"/>
              <a:gd name="connsiteX6-211" fmla="*/ 31390 w 9167233"/>
              <a:gd name="connsiteY6-212" fmla="*/ 1216947 h 1216947"/>
              <a:gd name="connsiteX7-213" fmla="*/ 31390 w 9167233"/>
              <a:gd name="connsiteY7-214" fmla="*/ 615731 h 1216947"/>
              <a:gd name="connsiteX8-215" fmla="*/ 23006 w 9167233"/>
              <a:gd name="connsiteY8-216" fmla="*/ 0 h 1216947"/>
              <a:gd name="connsiteX0-217" fmla="*/ 26705 w 9156415"/>
              <a:gd name="connsiteY0-218" fmla="*/ 0 h 1216947"/>
              <a:gd name="connsiteX1-219" fmla="*/ 9156415 w 9156415"/>
              <a:gd name="connsiteY1-220" fmla="*/ 14515 h 1216947"/>
              <a:gd name="connsiteX2-221" fmla="*/ 9156415 w 9156415"/>
              <a:gd name="connsiteY2-222" fmla="*/ 14515 h 1216947"/>
              <a:gd name="connsiteX3-223" fmla="*/ 9156415 w 9156415"/>
              <a:gd name="connsiteY3-224" fmla="*/ 615731 h 1216947"/>
              <a:gd name="connsiteX4-225" fmla="*/ 8555199 w 9156415"/>
              <a:gd name="connsiteY4-226" fmla="*/ 1216947 h 1216947"/>
              <a:gd name="connsiteX5-227" fmla="*/ 20590 w 9156415"/>
              <a:gd name="connsiteY5-228" fmla="*/ 1216947 h 1216947"/>
              <a:gd name="connsiteX6-229" fmla="*/ 20572 w 9156415"/>
              <a:gd name="connsiteY6-230" fmla="*/ 1216947 h 1216947"/>
              <a:gd name="connsiteX7-231" fmla="*/ 20572 w 9156415"/>
              <a:gd name="connsiteY7-232" fmla="*/ 615731 h 1216947"/>
              <a:gd name="connsiteX8-233" fmla="*/ 26705 w 9156415"/>
              <a:gd name="connsiteY8-234" fmla="*/ 0 h 12169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56415" h="1216947">
                <a:moveTo>
                  <a:pt x="26705" y="0"/>
                </a:moveTo>
                <a:lnTo>
                  <a:pt x="9156415" y="14515"/>
                </a:lnTo>
                <a:lnTo>
                  <a:pt x="9156415" y="14515"/>
                </a:lnTo>
                <a:lnTo>
                  <a:pt x="9156415" y="615731"/>
                </a:lnTo>
                <a:cubicBezTo>
                  <a:pt x="9156415" y="947773"/>
                  <a:pt x="8887241" y="1216947"/>
                  <a:pt x="8555199" y="1216947"/>
                </a:cubicBezTo>
                <a:lnTo>
                  <a:pt x="20590" y="1216947"/>
                </a:lnTo>
                <a:lnTo>
                  <a:pt x="20572" y="1216947"/>
                </a:lnTo>
                <a:lnTo>
                  <a:pt x="20572" y="615731"/>
                </a:lnTo>
                <a:cubicBezTo>
                  <a:pt x="20572" y="283689"/>
                  <a:pt x="-29566" y="14513"/>
                  <a:pt x="26705" y="0"/>
                </a:cubicBezTo>
                <a:close/>
              </a:path>
            </a:pathLst>
          </a:custGeom>
          <a:gradFill flip="none" rotWithShape="1">
            <a:gsLst>
              <a:gs pos="1667">
                <a:srgbClr val="00030A"/>
              </a:gs>
              <a:gs pos="37000">
                <a:schemeClr val="accent5">
                  <a:lumMod val="75000"/>
                </a:schemeClr>
              </a:gs>
              <a:gs pos="83336">
                <a:srgbClr val="17375E"/>
              </a:gs>
              <a:gs pos="88744">
                <a:schemeClr val="tx2">
                  <a:lumMod val="75000"/>
                </a:schemeClr>
              </a:gs>
              <a:gs pos="79155">
                <a:schemeClr val="tx2">
                  <a:lumMod val="75000"/>
                </a:schemeClr>
              </a:gs>
              <a:gs pos="84000">
                <a:srgbClr val="143C52"/>
              </a:gs>
              <a:gs pos="12920">
                <a:srgbClr val="1B4267"/>
              </a:gs>
              <a:gs pos="9000">
                <a:schemeClr val="tx2">
                  <a:lumMod val="75000"/>
                </a:schemeClr>
              </a:gs>
              <a:gs pos="100000">
                <a:srgbClr val="000A1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3087" name="图片 5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5976938"/>
            <a:ext cx="1247775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229600" y="5867400"/>
            <a:ext cx="669925" cy="666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80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7.xml"/><Relationship Id="rId7" Type="http://schemas.openxmlformats.org/officeDocument/2006/relationships/image" Target="../media/image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8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19.xml"/><Relationship Id="rId7" Type="http://schemas.openxmlformats.org/officeDocument/2006/relationships/image" Target="../media/image9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5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8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30.xml"/><Relationship Id="rId7" Type="http://schemas.openxmlformats.org/officeDocument/2006/relationships/image" Target="../media/image19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2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4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6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8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8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37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3.xml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0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39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3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4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5938" y="76200"/>
            <a:ext cx="28135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生成随机数</a:t>
            </a:r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AC8360B6-171C-6C96-FED6-D392043E4712}"/>
              </a:ext>
            </a:extLst>
          </p:cNvPr>
          <p:cNvSpPr txBox="1">
            <a:spLocks/>
          </p:cNvSpPr>
          <p:nvPr/>
        </p:nvSpPr>
        <p:spPr>
          <a:xfrm>
            <a:off x="263979" y="902643"/>
            <a:ext cx="8229326" cy="505271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手动创建数组往往很难达到数量要求，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NumPy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提供了强大的生成随机数的功能。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然而，真正的随机数很难获得，在实际中使用的都是伪随机数。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在大部分情况下，伪随机数就能满足获取的需求。当然，某些特殊情况除外，如进行高精度的模拟实验。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NumPy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，与随机数相关的函数都在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random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模块中，其中包括了可以生成服从多种概率分布随机数的函数。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8034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367030" y="980728"/>
            <a:ext cx="8525450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首先，构造随机数生成器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比如取名字为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np.random.default_rng(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seed=None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)：构造随机数生成器，参数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seed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integers(low, high=None, size=None)：返回随机整数构成的数组，元素大于等于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low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，小于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high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，数目为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.random(size=None)：返回随机浮点数数组，元素取自区间[0.0, 1.0)，连续均匀分布，数目为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size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373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随机数组的创建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normal(loc=0.0, scale=1.0, size=None)：返回随机浮点数数组，满足正态分布，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为平均数，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为标准差，元素数目为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6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716145" y="909320"/>
            <a:ext cx="3373755" cy="26009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59410" y="3645535"/>
            <a:ext cx="8424545" cy="2283460"/>
          </a:xfrm>
          <a:prstGeom prst="rect">
            <a:avLst/>
          </a:prstGeom>
        </p:spPr>
      </p:pic>
      <p:sp>
        <p:nvSpPr>
          <p:cNvPr id="4" name="矩形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 txBox="1">
            <a:spLocks noChangeArrowheads="1"/>
          </p:cNvSpPr>
          <p:nvPr/>
        </p:nvSpPr>
        <p:spPr bwMode="auto">
          <a:xfrm>
            <a:off x="909896" y="5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D5DC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</a:p>
        </p:txBody>
      </p:sp>
      <p:grpSp>
        <p:nvGrpSpPr>
          <p:cNvPr id="25604" name="组合 2"/>
          <p:cNvGrpSpPr/>
          <p:nvPr/>
        </p:nvGrpSpPr>
        <p:grpSpPr>
          <a:xfrm>
            <a:off x="1074738" y="930593"/>
            <a:ext cx="6370637" cy="877887"/>
            <a:chOff x="1074461" y="1186311"/>
            <a:chExt cx="6370914" cy="877923"/>
          </a:xfrm>
        </p:grpSpPr>
        <p:grpSp>
          <p:nvGrpSpPr>
            <p:cNvPr id="25643" name="组合 42"/>
            <p:cNvGrpSpPr/>
            <p:nvPr/>
          </p:nvGrpSpPr>
          <p:grpSpPr>
            <a:xfrm>
              <a:off x="1074461" y="1186311"/>
              <a:ext cx="950051" cy="877923"/>
              <a:chOff x="492997" y="1075895"/>
              <a:chExt cx="1039031" cy="1031586"/>
            </a:xfrm>
          </p:grpSpPr>
          <p:grpSp>
            <p:nvGrpSpPr>
              <p:cNvPr id="25645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25649" name="Oval 49"/>
                <p:cNvSpPr/>
                <p:nvPr/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0" name="Oval 50"/>
                <p:cNvSpPr/>
                <p:nvPr/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1" name="Oval 51"/>
                <p:cNvSpPr/>
                <p:nvPr/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rgbClr val="808080">
                    <a:alpha val="25098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2" name="Oval 52"/>
                <p:cNvSpPr/>
                <p:nvPr/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3" name="Oval 53"/>
                <p:cNvSpPr/>
                <p:nvPr/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" name="椭圆 8"/>
              <p:cNvSpPr/>
              <p:nvPr/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1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0" name="Rectangle 22"/>
            <p:cNvSpPr>
              <a:spLocks noChangeArrowheads="1"/>
            </p:cNvSpPr>
            <p:nvPr/>
          </p:nvSpPr>
          <p:spPr bwMode="auto">
            <a:xfrm>
              <a:off x="2157183" y="1230763"/>
              <a:ext cx="5288192" cy="645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600" b="1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NumPy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引入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607" name="组合 3"/>
          <p:cNvGrpSpPr/>
          <p:nvPr/>
        </p:nvGrpSpPr>
        <p:grpSpPr>
          <a:xfrm>
            <a:off x="1075055" y="2132965"/>
            <a:ext cx="6175375" cy="877675"/>
            <a:chOff x="1110256" y="2348487"/>
            <a:chExt cx="5801719" cy="877923"/>
          </a:xfrm>
        </p:grpSpPr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>
              <a:off x="2158186" y="2464379"/>
              <a:ext cx="4753789" cy="645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600" b="1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ndarray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的创建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5633" name="组合 42"/>
            <p:cNvGrpSpPr/>
            <p:nvPr/>
          </p:nvGrpSpPr>
          <p:grpSpPr>
            <a:xfrm>
              <a:off x="1110256" y="2348487"/>
              <a:ext cx="950051" cy="877923"/>
              <a:chOff x="492997" y="1075895"/>
              <a:chExt cx="1039031" cy="1031586"/>
            </a:xfrm>
          </p:grpSpPr>
          <p:grpSp>
            <p:nvGrpSpPr>
              <p:cNvPr id="25634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25638" name="Oval 49"/>
                <p:cNvSpPr/>
                <p:nvPr/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39" name="Oval 50"/>
                <p:cNvSpPr/>
                <p:nvPr/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0" name="Oval 51"/>
                <p:cNvSpPr/>
                <p:nvPr/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rgbClr val="808080">
                    <a:alpha val="25098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1" name="Oval 52"/>
                <p:cNvSpPr/>
                <p:nvPr/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2" name="Oval 53"/>
                <p:cNvSpPr/>
                <p:nvPr/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" name="椭圆 43"/>
              <p:cNvSpPr/>
              <p:nvPr/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2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25608" name="组合 4"/>
          <p:cNvGrpSpPr/>
          <p:nvPr/>
        </p:nvGrpSpPr>
        <p:grpSpPr>
          <a:xfrm>
            <a:off x="1043623" y="3361690"/>
            <a:ext cx="7056437" cy="879475"/>
            <a:chOff x="1074461" y="3629800"/>
            <a:chExt cx="7056714" cy="877923"/>
          </a:xfrm>
        </p:grpSpPr>
        <p:sp>
          <p:nvSpPr>
            <p:cNvPr id="28" name="Rectangle 43"/>
            <p:cNvSpPr>
              <a:spLocks noChangeArrowheads="1"/>
            </p:cNvSpPr>
            <p:nvPr/>
          </p:nvSpPr>
          <p:spPr bwMode="auto">
            <a:xfrm>
              <a:off x="2157179" y="3859582"/>
              <a:ext cx="5973996" cy="6440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ndarray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的操作和索引</a:t>
              </a:r>
            </a:p>
          </p:txBody>
        </p:sp>
        <p:grpSp>
          <p:nvGrpSpPr>
            <p:cNvPr id="25622" name="组合 42"/>
            <p:cNvGrpSpPr/>
            <p:nvPr/>
          </p:nvGrpSpPr>
          <p:grpSpPr>
            <a:xfrm>
              <a:off x="1074461" y="3629800"/>
              <a:ext cx="950051" cy="877923"/>
              <a:chOff x="492997" y="1075895"/>
              <a:chExt cx="1039031" cy="1031586"/>
            </a:xfrm>
          </p:grpSpPr>
          <p:grpSp>
            <p:nvGrpSpPr>
              <p:cNvPr id="25623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25627" name="Oval 49"/>
                <p:cNvSpPr/>
                <p:nvPr/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28" name="Oval 50"/>
                <p:cNvSpPr/>
                <p:nvPr/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29" name="Oval 51"/>
                <p:cNvSpPr/>
                <p:nvPr/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chemeClr val="accent2">
                    <a:alpha val="25098"/>
                  </a:scheme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30" name="Oval 52"/>
                <p:cNvSpPr/>
                <p:nvPr/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31" name="Oval 53"/>
                <p:cNvSpPr/>
                <p:nvPr/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2" name="椭圆 51"/>
              <p:cNvSpPr/>
              <p:nvPr/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3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3" name="组合 4"/>
          <p:cNvGrpSpPr/>
          <p:nvPr/>
        </p:nvGrpSpPr>
        <p:grpSpPr>
          <a:xfrm>
            <a:off x="1043623" y="4725670"/>
            <a:ext cx="7056437" cy="879475"/>
            <a:chOff x="1074461" y="3629800"/>
            <a:chExt cx="7056714" cy="877923"/>
          </a:xfrm>
        </p:grpSpPr>
        <p:sp>
          <p:nvSpPr>
            <p:cNvPr id="4" name="Rectangle 4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157179" y="3859582"/>
              <a:ext cx="5973996" cy="6440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结束</a:t>
              </a:r>
            </a:p>
          </p:txBody>
        </p:sp>
        <p:grpSp>
          <p:nvGrpSpPr>
            <p:cNvPr id="5" name="组合 42"/>
            <p:cNvGrpSpPr/>
            <p:nvPr/>
          </p:nvGrpSpPr>
          <p:grpSpPr>
            <a:xfrm>
              <a:off x="1074461" y="3629800"/>
              <a:ext cx="950051" cy="877923"/>
              <a:chOff x="492997" y="1075895"/>
              <a:chExt cx="1039031" cy="1031586"/>
            </a:xfrm>
          </p:grpSpPr>
          <p:grpSp>
            <p:nvGrpSpPr>
              <p:cNvPr id="6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7" name="Oval 49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" name="Oval 5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" name="Oval 5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chemeClr val="accent2">
                    <a:alpha val="25098"/>
                  </a:scheme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" name="Oval 5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" name="Oval 53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4" name="椭圆 13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4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变形操作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算术操作与矩阵乘法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广播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统计操作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组合数组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内容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numpy.reshape(a, newshape, order='C')：变换数组的形状。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为需要变形的数组，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newshape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为变化后的形状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也可以使用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待变形数组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.reshape(newshape)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的形式调用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reshape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的帮助下，我们可以更方便地构造多维数组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先生成一维数组，再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reshape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2214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变形操作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83895" y="1629410"/>
            <a:ext cx="2984500" cy="18065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83895" y="3573145"/>
            <a:ext cx="8164195" cy="20466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8329617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数组：同样形状的数组，每个元素来自两个数组对应元素的和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数组的算数操作是在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元素级执行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</a:t>
            </a:r>
            <a:r>
              <a:rPr lang="en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hadamand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新的元素值是对应的两个元素的乘积，是元素级别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**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数组：乘方</a:t>
            </a:r>
          </a:p>
          <a:p>
            <a:pPr lvl="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对多维数组成立</a:t>
            </a:r>
          </a:p>
          <a:p>
            <a:pPr lvl="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回忆：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计算两个数组的矩阵乘法时，需使用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4754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算术操作与矩阵乘法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6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67995" y="1052830"/>
            <a:ext cx="8153400" cy="475170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652135" y="1629410"/>
            <a:ext cx="2705100" cy="2171700"/>
          </a:xfrm>
          <a:prstGeom prst="rect">
            <a:avLst/>
          </a:prstGeom>
        </p:spPr>
      </p:pic>
      <p:sp>
        <p:nvSpPr>
          <p:cNvPr id="5" name="矩形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数组进行算术操作时，当两个数组尺寸不同时：将数组不匹配的维度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填充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为匹配的维度，并填入数据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考察如下的例子：一个数组乘以一个数字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的广播机制会将数字扩展为对应大小的数组，再计算数组乘积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广播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88085" y="4797425"/>
            <a:ext cx="5565775" cy="13798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当两个进行算术操作的数组的大小不完全相同时，首先判断各个维是否匹配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我们称两个整数是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的，如果它们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其中一个数为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匹配进行到至少一个数组的维度被处理完为止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匹配过程从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右向左进行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9701" name="矩形 1"/>
              <p:cNvSpPr/>
              <p:nvPr/>
            </p:nvSpPr>
            <p:spPr>
              <a:xfrm>
                <a:off x="395536" y="733685"/>
                <a:ext cx="8748464" cy="27298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noAutofit/>
              </a:bodyPr>
              <a:lstStyle/>
              <a:p>
                <a:pPr marL="457200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𝑚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∗...∗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维的矩阵</a:t>
                </a:r>
                <a:r>
                  <a:rPr lang="en-US" altLang="zh-CN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A</a:t>
                </a:r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∗...∗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维的矩阵</a:t>
                </a:r>
                <a:r>
                  <a:rPr lang="en-US" altLang="zh-CN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B</a:t>
                </a:r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可以执行算术操作，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如果对每一对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𝑏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，或者它们匹配，或者其中一个不存在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(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即某一个数组处理完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)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。不满足上述条件的就不能执行算术操作，广播失败</a:t>
                </a:r>
                <a:endParaRPr lang="zh-CN" altLang="en-US" sz="2000" dirty="0"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  <a:sym typeface="+mn-ea"/>
                </a:endParaRPr>
              </a:p>
              <a:p>
                <a:pPr marL="457200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矩阵</a:t>
                </a:r>
                <a:r>
                  <a:rPr lang="en-US" altLang="zh-CN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A</a:t>
                </a:r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和矩阵</a:t>
                </a:r>
                <a:r>
                  <a:rPr lang="en-US" altLang="zh-CN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B</a:t>
                </a:r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执行算术操作的结果是一个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∗...∗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维的矩阵</a:t>
                </a:r>
              </a:p>
              <a:p>
                <a:pPr marL="914400" lvl="1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𝑏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𝑐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𝑏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000" i="1" dirty="0"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  <a:sym typeface="+mn-ea"/>
                </a:endParaRPr>
              </a:p>
              <a:p>
                <a:pPr marL="914400" lvl="1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𝑏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都存在且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=1</m:t>
                    </m:r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𝑐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𝑏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000" i="1" dirty="0"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  <a:sym typeface="+mn-ea"/>
                </a:endParaRPr>
              </a:p>
              <a:p>
                <a:pPr marL="914400" lvl="1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𝑏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都存在且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𝑏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=1</m:t>
                    </m:r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𝑐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000" i="1" dirty="0"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  <a:sym typeface="+mn-ea"/>
                </a:endParaRPr>
              </a:p>
              <a:p>
                <a:pPr marL="914400" lvl="1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否则，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𝑐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的值为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𝑏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中存在的那个</a:t>
                </a:r>
              </a:p>
              <a:p>
                <a:pPr lvl="0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例如，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3*5*1*4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和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1*2*4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（假写为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0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*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*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2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*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4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）的矩阵做算术运算，结果是一个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3*5*2*4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大小的矩阵。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其实就是相同维度上取最大的大小</a:t>
                </a:r>
                <a:endPara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endParaRPr lang="zh-CN" altLang="en-US" sz="2000" dirty="0">
                  <a:latin typeface="Cambria Math" panose="02040503050406030204" charset="0"/>
                  <a:ea typeface="微软雅黑" panose="020B0503020204020204" pitchFamily="34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29701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733685"/>
                <a:ext cx="8748464" cy="2729865"/>
              </a:xfrm>
              <a:prstGeom prst="rect">
                <a:avLst/>
              </a:prstGeom>
              <a:blipFill>
                <a:blip r:embed="rId4"/>
                <a:stretch>
                  <a:fillRect l="-871" b="-90741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377213" y="783520"/>
            <a:ext cx="8250849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在计算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的算术运算的过程中，假定广播机制被触发（即满足广播条件）。叙述如何处理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。下面叙述仅用于理解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对数组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，以如下方式构造中间数组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A’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按照从右到左的顺序考察各个维度，对第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维（从右往左数的第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维）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的第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广播之后不变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，则不处理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否则，假定在广播后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的第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维的大小变为了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。则构造这样一个第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维数组，其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维包含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个相同的子数组，每个子数组的值等于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A’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的最后第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i-1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维的值（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=1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了，那么每个子数组的值等于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的最右边的值）</a:t>
            </a:r>
          </a:p>
          <a:p>
            <a:pPr lvl="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得到这样的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A’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B’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后，进行算术计算即可</a:t>
            </a:r>
          </a:p>
        </p:txBody>
      </p:sp>
      <p:sp>
        <p:nvSpPr>
          <p:cNvPr id="2" name="矩形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5938" y="76765"/>
            <a:ext cx="5262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构造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“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填充</a:t>
            </a:r>
            <a:r>
              <a:rPr lang="en-US" altLang="zh-CN" sz="4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”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后的数组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的第二维时，把数组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的第一维的值复制了三份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99795" y="3861435"/>
            <a:ext cx="5812790" cy="21932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0855" y="1052830"/>
            <a:ext cx="3197860" cy="19862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67995" y="3213100"/>
            <a:ext cx="8164195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251520" y="797313"/>
            <a:ext cx="8014910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使用索引（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）机制可以访问数组的特定部分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允许丰富的索引机制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索引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一维的切片的语法为i:j:k，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为起点，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为终点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为步长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中列表的索引一样，对包含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个元素的数组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，下标为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的元素表示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A[n-k]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i:j:k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中元素可省略：默认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为此维长度，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2214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基本索引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F83CFE9-0B9D-49BB-26DC-77414750B80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55576" y="1438910"/>
            <a:ext cx="6934790" cy="34326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0855" y="1125220"/>
            <a:ext cx="2612390" cy="18122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67995" y="3141345"/>
            <a:ext cx="8164195" cy="273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81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8185601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允许更加复杂的索引机制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整数数组索引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布尔索引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2214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高级索引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对一维数组，当索引为一个数组时，代表选择对应下标的元素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以a=np.array(range(1,13))为例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a[np.array([2,3,2])]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的值为array([3, 4, 3])</a:t>
            </a:r>
          </a:p>
          <a:p>
            <a:pPr lvl="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对二维数组，当索引为一个数组时，代表选择对应的行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a=np.array(range(1,13)).reshape(3,4)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a[np.array([1,0])]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的值为array([[5, 6, 7, 8],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 2, 3, 4]])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3230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整数数组索引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如果索引是两个数组会发生什么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a=np.array(range(1,13)).reshape(3,4)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a[np.array([1,0]),np.array([2,1])]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的值为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array([7, 2])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对应数组中下标为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(1,2)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和下标为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(0,1)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的两个元素</a:t>
            </a:r>
          </a:p>
          <a:p>
            <a:pPr lvl="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允许数字和数组杂糅使用，此时有着类似广播机制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如果每个索引数组都是相同形状的，则切片结果是同样形状的数组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例如，如果每个索引都形如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2*2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数组，则结果为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2*2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6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ts val="4000"/>
              </a:lnSpc>
              <a:buBlip>
                <a:blip r:embed="rId6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ts val="4000"/>
              </a:lnSpc>
              <a:buBlip>
                <a:blip r:embed="rId6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39750" y="1269365"/>
            <a:ext cx="4762500" cy="18395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38480" y="3429000"/>
            <a:ext cx="8153400" cy="21990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通过数组名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布尔操作的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方式，得到相同元素数目的布尔数组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里面的元素是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 or True.)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例如，对数组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A&gt;10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会得到相同元素数目的数组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，且数组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的每个元素表示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对应元素是否大于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10(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成立就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True,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否则就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False)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当用这样的布尔数组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的索引，即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A[B]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时，得到一个一维数组，正是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中那些在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中对应位置为真的元素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3230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布尔数组索引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如果作为索引的布尔数组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和当前数组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的元素数目相同，则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A[B]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的求值结果为一个一维数组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如果作为索引的布尔数组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的维度小于当前数组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的元素数目相同，则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A[B]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的求值结果为一个子数组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0855" y="981075"/>
            <a:ext cx="2411095" cy="1676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95605" y="2873375"/>
            <a:ext cx="8164195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去掉重复元素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构造重复数据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统计函数：平均数、最大值、最小值等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统计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numpy.sort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(data,axis=-1)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返回数据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排序后的结果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是待排序的轴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 fontAlgn="auto">
              <a:lnSpc>
                <a:spcPts val="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algn="l" fontAlgn="auto">
              <a:lnSpc>
                <a:spcPts val="4000"/>
              </a:lnSpc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363664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sort()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函数和轴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lvl="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由于对多维数组排序较为复杂，我们只考虑对二维数组排序</a:t>
            </a:r>
          </a:p>
          <a:p>
            <a:pPr lvl="2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axis=0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：二维数组按列排序</a:t>
            </a:r>
          </a:p>
          <a:p>
            <a:pPr lvl="2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axis=1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：二维数组按行排序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11505" y="1341120"/>
            <a:ext cx="3115945" cy="1816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67995" y="3501390"/>
            <a:ext cx="8164195" cy="185039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08204B4-2C5C-B6DE-4F6E-C33D42125745}"/>
              </a:ext>
            </a:extLst>
          </p:cNvPr>
          <p:cNvSpPr txBox="1"/>
          <p:nvPr/>
        </p:nvSpPr>
        <p:spPr>
          <a:xfrm>
            <a:off x="4427984" y="2348880"/>
            <a:ext cx="3861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None</a:t>
            </a:r>
            <a:r>
              <a:rPr kumimoji="1" lang="zh-CN" altLang="en-US" dirty="0"/>
              <a:t>是拉成一维数组之后排序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numpy.unique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(data)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：返回由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中不重复元素构成的数组。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是（多维）数组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返回的数组是一维的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336613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unique()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函数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572000" y="2820670"/>
            <a:ext cx="3512820" cy="12166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39750" y="4437380"/>
            <a:ext cx="8164195" cy="13227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numpy.tile(A, reps)：根据数组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，以重复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的方式构造另一个数组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，重复方式由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这里仅就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m*n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二维矩阵的情况叙述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是一个数字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m*(kn)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矩阵，重复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k-1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时一个元组时：按照元组叙述的方式重复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，详见例子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430339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numpy.tile()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函数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15938" y="1002595"/>
            <a:ext cx="3653790" cy="11950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69721" y="2416740"/>
            <a:ext cx="8153400" cy="273240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0498243-D322-EDA9-CC82-F727D7E4F150}"/>
              </a:ext>
            </a:extLst>
          </p:cNvPr>
          <p:cNvSpPr txBox="1"/>
          <p:nvPr/>
        </p:nvSpPr>
        <p:spPr>
          <a:xfrm>
            <a:off x="515938" y="5517232"/>
            <a:ext cx="736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本质就是将</a:t>
            </a:r>
            <a:r>
              <a:rPr kumimoji="1" lang="en-US" altLang="zh-CN" dirty="0">
                <a:solidFill>
                  <a:srgbClr val="FF0000"/>
                </a:solidFill>
              </a:rPr>
              <a:t>a</a:t>
            </a:r>
            <a:r>
              <a:rPr kumimoji="1" lang="zh-CN" altLang="en-US" dirty="0">
                <a:solidFill>
                  <a:srgbClr val="FF0000"/>
                </a:solidFill>
              </a:rPr>
              <a:t>看作是一个方块，然后构造成元组的</a:t>
            </a:r>
            <a:r>
              <a:rPr kumimoji="1" lang="en-US" altLang="zh-CN" dirty="0">
                <a:solidFill>
                  <a:srgbClr val="FF0000"/>
                </a:solidFill>
              </a:rPr>
              <a:t>shape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numpy.repeat(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repeats, axis=None)：基于数组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，以重复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的元素的方式构造数据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是二维矩阵为例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repeats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是一个数字，说明重复的次数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324167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repeat()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函数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3635896" y="655986"/>
            <a:ext cx="5364087" cy="1239203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l" fontAlgn="auto">
              <a:lnSpc>
                <a:spcPts val="4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axis=0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：每个元素纵向重复，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即拉高</a:t>
            </a:r>
          </a:p>
          <a:p>
            <a:pPr algn="l" fontAlgn="auto">
              <a:lnSpc>
                <a:spcPts val="4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axis=1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：每个元素横向重复，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即拉长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tile()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函数以数组为单位重复，而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repeat()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函数以元素为单位重复</a:t>
            </a:r>
          </a:p>
          <a:p>
            <a:pPr algn="l" fontAlgn="auto">
              <a:lnSpc>
                <a:spcPts val="4000"/>
              </a:lnSpc>
            </a:pP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15938" y="884422"/>
            <a:ext cx="2728595" cy="13817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15938" y="2708920"/>
            <a:ext cx="7781925" cy="34658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0BF5F9C-3DFC-2C17-C93B-AFFE54B95A8A}"/>
              </a:ext>
            </a:extLst>
          </p:cNvPr>
          <p:cNvSpPr txBox="1"/>
          <p:nvPr/>
        </p:nvSpPr>
        <p:spPr>
          <a:xfrm>
            <a:off x="107504" y="2232612"/>
            <a:ext cx="3861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None</a:t>
            </a:r>
            <a:r>
              <a:rPr kumimoji="1" lang="zh-CN" altLang="en-US" dirty="0"/>
              <a:t>是拉成一维数组之后排序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32001" y="78352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numpy.median(a, axis=None)：计算中位数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以二维数组为例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可选参数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如果不赋值，则返回数组中所有元素的中位数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axis=0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：返回每一列的中位数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axis=1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：返回每一行的中位数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2214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统计函数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29EE3E5-3FD6-98CB-ED10-D8ABE537B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96" y="2516435"/>
            <a:ext cx="3022600" cy="19939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5AD12F6-09A5-748A-54B9-2C6B2BA95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400" y="4725600"/>
            <a:ext cx="68072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numpy.average(a, axis=None, weights=None)：计算加权平均数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以二维数组为例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在不提供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weights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参数的情况下，计算数组中所有元素的平均数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仅提供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参数时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axis=0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：计算各列的平均数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axis=1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：计算各行的平均数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weights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参数时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axis=0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：计算各列的加权平均值。此时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weights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的元素数目为数组的行数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axis=1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：计算各行的加权平均值。此时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weights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的元素数目为数组的列数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88527D-5A6E-3FC7-9054-7F2F8A761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4" y="908720"/>
            <a:ext cx="5199335" cy="223224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BC4F12B-3A6F-FA45-1F14-83C834643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104" y="2348880"/>
            <a:ext cx="2299692" cy="24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123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251520" y="699135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numpy.sum(a, axis=None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：计算元素的和，参数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指定求和的轴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以二维数组为例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axis=0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：返回各列的和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axis=1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：返回各行的和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axis=None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：返回数组中所有元素的和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309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98A62F-7F96-E8D2-25E8-59FBE2D61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3904437"/>
            <a:ext cx="3200400" cy="13589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94E8C2B-EEB1-BE2D-4454-3F4E58971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032" y="3789040"/>
            <a:ext cx="3004583" cy="225343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numpy.concatenate((a1, a2, ...), axis=0)：通过数组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(a1, a2, ...)构造更大的数组。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在已存在的维度上连接</a:t>
            </a:r>
          </a:p>
          <a:p>
            <a:pPr marL="1371600" lvl="2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a1,a2,,...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形状一样，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或仅在第一维不同</a:t>
            </a:r>
          </a:p>
          <a:p>
            <a:pPr marL="1371600" lvl="2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以二维数组为例</a:t>
            </a:r>
          </a:p>
          <a:p>
            <a:pPr marL="1371600" lvl="2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axis=0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：纵向堆叠，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axis=1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：横向堆叠</a:t>
            </a:r>
          </a:p>
          <a:p>
            <a:pPr lvl="0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2214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组合数组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AA2A23-8706-3F24-EF99-B422A432B94C}"/>
              </a:ext>
            </a:extLst>
          </p:cNvPr>
          <p:cNvSpPr txBox="1"/>
          <p:nvPr/>
        </p:nvSpPr>
        <p:spPr>
          <a:xfrm>
            <a:off x="2483768" y="4639499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oncatenate这个在机器学习中经常遇到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28040" y="1629410"/>
            <a:ext cx="2879090" cy="16109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11505" y="3501390"/>
            <a:ext cx="8153400" cy="222059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numpy.stack(arrays, axis=0)：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arrays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中的已有数组构造更大的数组。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在新的维度上连接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：数组的序列，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其中的每个数组必须有相同的形状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什么叫在新的维度上连接？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看下面的例子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5938" y="76765"/>
            <a:ext cx="291465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stack()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函数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836711"/>
            <a:ext cx="4211960" cy="274648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771800" y="3045741"/>
            <a:ext cx="6181438" cy="345046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9721D56-B862-2514-D887-8EB7C075F2CC}"/>
              </a:ext>
            </a:extLst>
          </p:cNvPr>
          <p:cNvSpPr txBox="1"/>
          <p:nvPr/>
        </p:nvSpPr>
        <p:spPr>
          <a:xfrm>
            <a:off x="4932040" y="1340768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维数变多了，具体解释见后面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假设矩阵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的形状都是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(2,3)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的形状分别是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(3,2,3)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(2,3,3)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(2,3,3)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可以看到，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stack()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操作的结果就是维度上加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了一维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让我们解释执行结果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的下标分别是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[0,0]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[0,1]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[1,0]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[1,1]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矩阵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的下标分别是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[0,0]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[0,1]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[1,0]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[1,1]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a0=np.stack([a,b,c],axis=0)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中每个元素的下标是三元组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[i,j,k]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来自该元素在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a/b/c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中的下标，元素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代表该元素属于那个矩阵：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a/b/c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中元素的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元组固定为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0/1/2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的下标分别是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,0,0]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,0,1]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,1,0]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,1,1]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的下标分别是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,0,0]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,0,1]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,1,0]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,1,1]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324172" y="2064067"/>
            <a:ext cx="8568308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中，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的下标分别是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[0,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,0]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[0,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,1]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,0]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,1]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的下标分别是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[0,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,0]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[0,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,1]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,0]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,1]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a2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中，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的下标分别是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[0,0,</a:t>
            </a:r>
            <a:r>
              <a:rPr lang="en-US" altLang="zh-CN" sz="22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[0,1,</a:t>
            </a:r>
            <a:r>
              <a:rPr lang="en-US" altLang="zh-CN" sz="22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[1,0,</a:t>
            </a:r>
            <a:r>
              <a:rPr lang="en-US" altLang="zh-CN" sz="22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[1,1,</a:t>
            </a:r>
            <a:r>
              <a:rPr lang="en-US" altLang="zh-CN" sz="22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的下标分别是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[0,0,</a:t>
            </a:r>
            <a:r>
              <a:rPr lang="en-US" altLang="zh-CN" sz="22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[0,1,</a:t>
            </a:r>
            <a:r>
              <a:rPr lang="en-US" altLang="zh-CN" sz="22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[1,0,</a:t>
            </a:r>
            <a:r>
              <a:rPr lang="en-US" altLang="zh-CN" sz="22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[1,1,</a:t>
            </a:r>
            <a:r>
              <a:rPr lang="en-US" altLang="zh-CN" sz="22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1ECB66-A6E8-B53E-06CB-61CF3951CC51}"/>
              </a:ext>
            </a:extLst>
          </p:cNvPr>
          <p:cNvSpPr txBox="1"/>
          <p:nvPr/>
        </p:nvSpPr>
        <p:spPr>
          <a:xfrm>
            <a:off x="755576" y="836712"/>
            <a:ext cx="69127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axis=1,</a:t>
            </a:r>
            <a:r>
              <a:rPr kumimoji="1" lang="zh-CN" altLang="en-US" sz="2400" dirty="0"/>
              <a:t>就是看</a:t>
            </a:r>
            <a:r>
              <a:rPr kumimoji="1"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j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代表该元素属于那个矩阵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axis=2, </a:t>
            </a:r>
            <a:r>
              <a:rPr kumimoji="1" lang="zh-CN" altLang="en-US" sz="2400" dirty="0"/>
              <a:t>就是看</a:t>
            </a:r>
            <a:r>
              <a:rPr kumimoji="1" lang="en-US" altLang="zh-CN" sz="2400" dirty="0">
                <a:solidFill>
                  <a:srgbClr val="92D050"/>
                </a:solidFill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代表该元素属于那个矩阵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zh-CN" alt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324172" y="2064067"/>
            <a:ext cx="8568308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512" y="188640"/>
            <a:ext cx="525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补充知识：</a:t>
            </a:r>
            <a:r>
              <a:rPr lang="en-US" altLang="zh-CN" sz="2400" dirty="0" err="1">
                <a:solidFill>
                  <a:schemeClr val="bg1"/>
                </a:solidFill>
              </a:rPr>
              <a:t>np.load&amp;np.save</a:t>
            </a:r>
            <a:r>
              <a:rPr lang="zh-CN" altLang="en-US" sz="2400" dirty="0">
                <a:solidFill>
                  <a:schemeClr val="bg1"/>
                </a:solidFill>
              </a:rPr>
              <a:t>进行读写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9512" y="1034020"/>
            <a:ext cx="88569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</a:t>
            </a:r>
            <a:r>
              <a:rPr lang="en-US" altLang="zh-CN" sz="2400" dirty="0" err="1"/>
              <a:t>np.load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np.save</a:t>
            </a:r>
            <a:r>
              <a:rPr lang="zh-CN" altLang="en-US" sz="2400" dirty="0"/>
              <a:t>是读写磁盘数组数据的两个主要函数，默认情况是以二进制格式保存在扩展名为</a:t>
            </a:r>
            <a:r>
              <a:rPr lang="en-US" altLang="zh-CN" sz="2400" dirty="0"/>
              <a:t>.</a:t>
            </a:r>
            <a:r>
              <a:rPr lang="en-US" altLang="zh-CN" sz="2400" dirty="0" err="1"/>
              <a:t>npy</a:t>
            </a:r>
            <a:r>
              <a:rPr lang="zh-CN" altLang="en-US" sz="2400" dirty="0"/>
              <a:t>文件中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003516"/>
            <a:ext cx="7000000" cy="32476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0716" y="5443187"/>
            <a:ext cx="7704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Ps:</a:t>
            </a:r>
            <a:r>
              <a:rPr lang="zh-CN" altLang="en-US" dirty="0"/>
              <a:t>保存为</a:t>
            </a:r>
            <a:r>
              <a:rPr lang="en-US" altLang="zh-CN" dirty="0"/>
              <a:t>.</a:t>
            </a:r>
            <a:r>
              <a:rPr lang="en-US" altLang="zh-CN" dirty="0" err="1"/>
              <a:t>npy</a:t>
            </a:r>
            <a:r>
              <a:rPr lang="zh-CN" altLang="en-US" dirty="0"/>
              <a:t>二进制格式后，就不能用</a:t>
            </a:r>
            <a:r>
              <a:rPr lang="en-US" altLang="zh-CN" dirty="0"/>
              <a:t>notepad++</a:t>
            </a:r>
            <a:r>
              <a:rPr lang="zh-CN" altLang="en-US" dirty="0"/>
              <a:t>等打开看了</a:t>
            </a:r>
            <a:r>
              <a:rPr lang="en-US" altLang="zh-CN" dirty="0"/>
              <a:t>(</a:t>
            </a:r>
            <a:r>
              <a:rPr lang="zh-CN" altLang="en-US" dirty="0"/>
              <a:t>乱码</a:t>
            </a:r>
            <a:r>
              <a:rPr lang="en-US" altLang="zh-CN" dirty="0"/>
              <a:t>)</a:t>
            </a:r>
            <a:r>
              <a:rPr lang="zh-CN" altLang="en-US" dirty="0"/>
              <a:t>。但</a:t>
            </a:r>
            <a:r>
              <a:rPr lang="en-US" altLang="zh-CN" dirty="0"/>
              <a:t>sublime</a:t>
            </a:r>
            <a:r>
              <a:rPr lang="zh-CN" altLang="en-US" dirty="0"/>
              <a:t>能打开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15156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 txBox="1">
            <a:spLocks noChangeArrowheads="1"/>
          </p:cNvSpPr>
          <p:nvPr/>
        </p:nvSpPr>
        <p:spPr bwMode="auto">
          <a:xfrm>
            <a:off x="909896" y="5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D5DC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</a:p>
        </p:txBody>
      </p:sp>
      <p:grpSp>
        <p:nvGrpSpPr>
          <p:cNvPr id="25604" name="组合 2"/>
          <p:cNvGrpSpPr/>
          <p:nvPr/>
        </p:nvGrpSpPr>
        <p:grpSpPr>
          <a:xfrm>
            <a:off x="1074738" y="930593"/>
            <a:ext cx="6370637" cy="877887"/>
            <a:chOff x="1074461" y="1186311"/>
            <a:chExt cx="6370914" cy="877923"/>
          </a:xfrm>
        </p:grpSpPr>
        <p:grpSp>
          <p:nvGrpSpPr>
            <p:cNvPr id="25643" name="组合 42"/>
            <p:cNvGrpSpPr/>
            <p:nvPr/>
          </p:nvGrpSpPr>
          <p:grpSpPr>
            <a:xfrm>
              <a:off x="1074461" y="1186311"/>
              <a:ext cx="950051" cy="877923"/>
              <a:chOff x="492997" y="1075895"/>
              <a:chExt cx="1039031" cy="1031586"/>
            </a:xfrm>
          </p:grpSpPr>
          <p:grpSp>
            <p:nvGrpSpPr>
              <p:cNvPr id="25645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25649" name="Oval 49"/>
                <p:cNvSpPr/>
                <p:nvPr/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0" name="Oval 50"/>
                <p:cNvSpPr/>
                <p:nvPr/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1" name="Oval 51"/>
                <p:cNvSpPr/>
                <p:nvPr/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rgbClr val="808080">
                    <a:alpha val="25098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2" name="Oval 52"/>
                <p:cNvSpPr/>
                <p:nvPr/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3" name="Oval 53"/>
                <p:cNvSpPr/>
                <p:nvPr/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" name="椭圆 8"/>
              <p:cNvSpPr/>
              <p:nvPr/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1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0" name="Rectangle 22"/>
            <p:cNvSpPr>
              <a:spLocks noChangeArrowheads="1"/>
            </p:cNvSpPr>
            <p:nvPr/>
          </p:nvSpPr>
          <p:spPr bwMode="auto">
            <a:xfrm>
              <a:off x="2157183" y="1230763"/>
              <a:ext cx="5288192" cy="645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600" b="1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NumPy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引入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607" name="组合 3"/>
          <p:cNvGrpSpPr/>
          <p:nvPr/>
        </p:nvGrpSpPr>
        <p:grpSpPr>
          <a:xfrm>
            <a:off x="1075055" y="2132965"/>
            <a:ext cx="6175375" cy="877675"/>
            <a:chOff x="1110256" y="2348487"/>
            <a:chExt cx="5801719" cy="877923"/>
          </a:xfrm>
        </p:grpSpPr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>
              <a:off x="2158186" y="2464379"/>
              <a:ext cx="4753789" cy="645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600" b="1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ndarray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的创建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5633" name="组合 42"/>
            <p:cNvGrpSpPr/>
            <p:nvPr/>
          </p:nvGrpSpPr>
          <p:grpSpPr>
            <a:xfrm>
              <a:off x="1110256" y="2348487"/>
              <a:ext cx="950051" cy="877923"/>
              <a:chOff x="492997" y="1075895"/>
              <a:chExt cx="1039031" cy="1031586"/>
            </a:xfrm>
          </p:grpSpPr>
          <p:grpSp>
            <p:nvGrpSpPr>
              <p:cNvPr id="25634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25638" name="Oval 49"/>
                <p:cNvSpPr/>
                <p:nvPr/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39" name="Oval 50"/>
                <p:cNvSpPr/>
                <p:nvPr/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0" name="Oval 51"/>
                <p:cNvSpPr/>
                <p:nvPr/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rgbClr val="808080">
                    <a:alpha val="25098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1" name="Oval 52"/>
                <p:cNvSpPr/>
                <p:nvPr/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2" name="Oval 53"/>
                <p:cNvSpPr/>
                <p:nvPr/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" name="椭圆 43"/>
              <p:cNvSpPr/>
              <p:nvPr/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2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25608" name="组合 4"/>
          <p:cNvGrpSpPr/>
          <p:nvPr/>
        </p:nvGrpSpPr>
        <p:grpSpPr>
          <a:xfrm>
            <a:off x="1043623" y="3361690"/>
            <a:ext cx="7056437" cy="879475"/>
            <a:chOff x="1074461" y="3629800"/>
            <a:chExt cx="7056714" cy="877923"/>
          </a:xfrm>
        </p:grpSpPr>
        <p:sp>
          <p:nvSpPr>
            <p:cNvPr id="28" name="Rectangle 43"/>
            <p:cNvSpPr>
              <a:spLocks noChangeArrowheads="1"/>
            </p:cNvSpPr>
            <p:nvPr/>
          </p:nvSpPr>
          <p:spPr bwMode="auto">
            <a:xfrm>
              <a:off x="2157179" y="3859582"/>
              <a:ext cx="5973996" cy="6440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ndarray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的操作</a:t>
              </a:r>
            </a:p>
          </p:txBody>
        </p:sp>
        <p:grpSp>
          <p:nvGrpSpPr>
            <p:cNvPr id="25622" name="组合 42"/>
            <p:cNvGrpSpPr/>
            <p:nvPr/>
          </p:nvGrpSpPr>
          <p:grpSpPr>
            <a:xfrm>
              <a:off x="1074461" y="3629800"/>
              <a:ext cx="950051" cy="877923"/>
              <a:chOff x="492997" y="1075895"/>
              <a:chExt cx="1039031" cy="1031586"/>
            </a:xfrm>
          </p:grpSpPr>
          <p:grpSp>
            <p:nvGrpSpPr>
              <p:cNvPr id="25623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25627" name="Oval 49"/>
                <p:cNvSpPr/>
                <p:nvPr/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28" name="Oval 50"/>
                <p:cNvSpPr/>
                <p:nvPr/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29" name="Oval 51"/>
                <p:cNvSpPr/>
                <p:nvPr/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chemeClr val="accent2">
                    <a:alpha val="25098"/>
                  </a:scheme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30" name="Oval 52"/>
                <p:cNvSpPr/>
                <p:nvPr/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31" name="Oval 53"/>
                <p:cNvSpPr/>
                <p:nvPr/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2" name="椭圆 51"/>
              <p:cNvSpPr/>
              <p:nvPr/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3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3" name="组合 4"/>
          <p:cNvGrpSpPr/>
          <p:nvPr/>
        </p:nvGrpSpPr>
        <p:grpSpPr>
          <a:xfrm>
            <a:off x="1043623" y="4725670"/>
            <a:ext cx="7056437" cy="879475"/>
            <a:chOff x="1074461" y="3629800"/>
            <a:chExt cx="7056714" cy="877923"/>
          </a:xfrm>
        </p:grpSpPr>
        <p:sp>
          <p:nvSpPr>
            <p:cNvPr id="4" name="Rectangle 4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157179" y="3859582"/>
              <a:ext cx="5973996" cy="6440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结束</a:t>
              </a:r>
            </a:p>
          </p:txBody>
        </p:sp>
        <p:grpSp>
          <p:nvGrpSpPr>
            <p:cNvPr id="5" name="组合 42"/>
            <p:cNvGrpSpPr/>
            <p:nvPr/>
          </p:nvGrpSpPr>
          <p:grpSpPr>
            <a:xfrm>
              <a:off x="1074461" y="3629800"/>
              <a:ext cx="950051" cy="877923"/>
              <a:chOff x="492997" y="1075895"/>
              <a:chExt cx="1039031" cy="1031586"/>
            </a:xfrm>
          </p:grpSpPr>
          <p:grpSp>
            <p:nvGrpSpPr>
              <p:cNvPr id="6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7" name="Oval 49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" name="Oval 5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" name="Oval 5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chemeClr val="accent2">
                    <a:alpha val="25098"/>
                  </a:scheme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" name="Oval 5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" name="Oval 53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4" name="椭圆 13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4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ndarray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、操作和索引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总结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讲述了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的核心思想和典型例子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出于讲述清晰的角度，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中的函数并未给出所有对应参数的讲解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其他函数请查阅手册</a:t>
            </a:r>
          </a:p>
        </p:txBody>
      </p:sp>
      <p:sp>
        <p:nvSpPr>
          <p:cNvPr id="3" name="矩形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其他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8e4c6b1-0eca-4caf-bbb3-feedc2ea1ffe"/>
  <p:tag name="COMMONDATA" val="eyJoZGlkIjoiNGM3YWE1NjcxYmY2YzI4OWVhMGNlZmI4MGYyOGM3Mz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2821</Words>
  <Application>Microsoft Macintosh PowerPoint</Application>
  <PresentationFormat>全屏显示(4:3)</PresentationFormat>
  <Paragraphs>259</Paragraphs>
  <Slides>53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53</vt:i4>
      </vt:variant>
    </vt:vector>
  </HeadingPairs>
  <TitlesOfParts>
    <vt:vector size="64" baseType="lpstr">
      <vt:lpstr>仿宋</vt:lpstr>
      <vt:lpstr>华文细黑</vt:lpstr>
      <vt:lpstr>宋体</vt:lpstr>
      <vt:lpstr>微软雅黑</vt:lpstr>
      <vt:lpstr>Arial</vt:lpstr>
      <vt:lpstr>Calibri</vt:lpstr>
      <vt:lpstr>Cambria Math</vt:lpstr>
      <vt:lpstr>Tahoma</vt:lpstr>
      <vt:lpstr>Times New Roman</vt:lpstr>
      <vt:lpstr>1_自定义设计方案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lights</dc:creator>
  <cp:lastModifiedBy>Microsoft Office User</cp:lastModifiedBy>
  <cp:revision>796</cp:revision>
  <dcterms:created xsi:type="dcterms:W3CDTF">2018-02-22T15:34:00Z</dcterms:created>
  <dcterms:modified xsi:type="dcterms:W3CDTF">2024-10-31T14:28:44Z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DBDD535AF63549EE90DA37CFC6114733_12</vt:lpwstr>
  </property>
</Properties>
</file>